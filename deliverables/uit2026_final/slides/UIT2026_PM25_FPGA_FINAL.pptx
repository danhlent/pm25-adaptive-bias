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f89afe0a634f9e" /><Relationship Type="http://schemas.openxmlformats.org/officeDocument/2006/relationships/extended-properties" Target="/docProps/app.xml" Id="R6b4104b92f564ff4" /><Relationship Type="http://schemas.openxmlformats.org/officeDocument/2006/relationships/officeDocument" Target="/ppt/presentation.xml" Id="R129cc7c275464608" /></Relationships>
</file>

<file path=ppt/presentation.xml><?xml version="1.0" encoding="utf-8"?>
<p:presentation xmlns:p="http://schemas.openxmlformats.org/presentationml/2006/main">
  <p:sldMasterIdLst>
    <p:sldMasterId xmlns:r="http://schemas.openxmlformats.org/officeDocument/2006/relationships" id="2147483648" r:id="R60d3cdb808cc463f"/>
  </p:sldMasterIdLst>
  <p:notesMasterIdLst>
    <p:notesMasterId xmlns:r="http://schemas.openxmlformats.org/officeDocument/2006/relationships" r:id="Radb459e7c94a4594"/>
  </p:notesMasterIdLst>
  <p:sldIdLst>
    <p:sldId xmlns:r="http://schemas.openxmlformats.org/officeDocument/2006/relationships" id="256" r:id="Rd51ecc96c0614231"/>
    <p:sldId xmlns:r="http://schemas.openxmlformats.org/officeDocument/2006/relationships" id="257" r:id="R8a6ae9ccf50d4250"/>
    <p:sldId xmlns:r="http://schemas.openxmlformats.org/officeDocument/2006/relationships" id="258" r:id="R9879c80f6c564338"/>
    <p:sldId xmlns:r="http://schemas.openxmlformats.org/officeDocument/2006/relationships" id="259" r:id="Rc5f6d9012e87418e"/>
    <p:sldId xmlns:r="http://schemas.openxmlformats.org/officeDocument/2006/relationships" id="260" r:id="R0a1f77b79fa24433"/>
    <p:sldId xmlns:r="http://schemas.openxmlformats.org/officeDocument/2006/relationships" id="261" r:id="R7da1f12c92934d39"/>
    <p:sldId xmlns:r="http://schemas.openxmlformats.org/officeDocument/2006/relationships" id="262" r:id="R093e67bd28e54610"/>
    <p:sldId xmlns:r="http://schemas.openxmlformats.org/officeDocument/2006/relationships" id="263" r:id="R24dabfbe242c40a9"/>
    <p:sldId xmlns:r="http://schemas.openxmlformats.org/officeDocument/2006/relationships" id="264" r:id="R644cd7e505df45d2"/>
    <p:sldId xmlns:r="http://schemas.openxmlformats.org/officeDocument/2006/relationships" id="265" r:id="Re5f8930a5d404aa2"/>
    <p:sldId xmlns:r="http://schemas.openxmlformats.org/officeDocument/2006/relationships" id="266" r:id="R5adf28be896c42e2"/>
    <p:sldId xmlns:r="http://schemas.openxmlformats.org/officeDocument/2006/relationships" id="267" r:id="Ra73869ba00e942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a977524a46483e" /><Relationship Type="http://schemas.openxmlformats.org/officeDocument/2006/relationships/slideMaster" Target="/ppt/slideMasters/slideMaster1.xml" Id="R60d3cdb808cc463f" /><Relationship Type="http://schemas.openxmlformats.org/officeDocument/2006/relationships/notesMaster" Target="/ppt/notesMasters/notesMaster1.xml" Id="Radb459e7c94a4594" /><Relationship Type="http://schemas.openxmlformats.org/officeDocument/2006/relationships/presProps" Target="/ppt/presProps.xml" Id="R40e110f3253c4223" /><Relationship Type="http://schemas.openxmlformats.org/officeDocument/2006/relationships/tableStyles" Target="/ppt/tableStyles.xml" Id="R0d8a248fee7f413b" /><Relationship Type="http://schemas.openxmlformats.org/officeDocument/2006/relationships/slide" Target="/ppt/slides/slide1.xml" Id="Rd51ecc96c0614231" /><Relationship Type="http://schemas.openxmlformats.org/officeDocument/2006/relationships/slide" Target="/ppt/slides/slide2.xml" Id="R8a6ae9ccf50d4250" /><Relationship Type="http://schemas.openxmlformats.org/officeDocument/2006/relationships/slide" Target="/ppt/slides/slide3.xml" Id="R9879c80f6c564338" /><Relationship Type="http://schemas.openxmlformats.org/officeDocument/2006/relationships/slide" Target="/ppt/slides/slide4.xml" Id="Rc5f6d9012e87418e" /><Relationship Type="http://schemas.openxmlformats.org/officeDocument/2006/relationships/slide" Target="/ppt/slides/slide5.xml" Id="R0a1f77b79fa24433" /><Relationship Type="http://schemas.openxmlformats.org/officeDocument/2006/relationships/slide" Target="/ppt/slides/slide6.xml" Id="R7da1f12c92934d39" /><Relationship Type="http://schemas.openxmlformats.org/officeDocument/2006/relationships/slide" Target="/ppt/slides/slide7.xml" Id="R093e67bd28e54610" /><Relationship Type="http://schemas.openxmlformats.org/officeDocument/2006/relationships/slide" Target="/ppt/slides/slide8.xml" Id="R24dabfbe242c40a9" /><Relationship Type="http://schemas.openxmlformats.org/officeDocument/2006/relationships/slide" Target="/ppt/slides/slide9.xml" Id="R644cd7e505df45d2" /><Relationship Type="http://schemas.openxmlformats.org/officeDocument/2006/relationships/slide" Target="/ppt/slides/slide10.xml" Id="Re5f8930a5d404aa2" /><Relationship Type="http://schemas.openxmlformats.org/officeDocument/2006/relationships/slide" Target="/ppt/slides/slide11.xml" Id="R5adf28be896c42e2" /><Relationship Type="http://schemas.openxmlformats.org/officeDocument/2006/relationships/slide" Target="/ppt/slides/slide12.xml" Id="Ra73869ba00e942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a0e68e936b47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53a38c28f649e3" /><Relationship Type="http://schemas.openxmlformats.org/officeDocument/2006/relationships/notesMaster" Target="/ppt/notesMasters/notesMaster1.xml" Id="R1e0f2debf8504d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175efb6f514eb2" /><Relationship Type="http://schemas.openxmlformats.org/officeDocument/2006/relationships/notesMaster" Target="/ppt/notesMasters/notesMaster1.xml" Id="R3638971be18b4e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43f491d84d4321" /><Relationship Type="http://schemas.openxmlformats.org/officeDocument/2006/relationships/notesMaster" Target="/ppt/notesMasters/notesMaster1.xml" Id="Rfbe3fa01444d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435d2e35a2454b" /><Relationship Type="http://schemas.openxmlformats.org/officeDocument/2006/relationships/notesMaster" Target="/ppt/notesMasters/notesMaster1.xml" Id="Rfe4f1d2e2f9d4b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98c45679f448dd" /><Relationship Type="http://schemas.openxmlformats.org/officeDocument/2006/relationships/notesMaster" Target="/ppt/notesMasters/notesMaster1.xml" Id="R57cba894f5e04a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bd12aef51f4694" /><Relationship Type="http://schemas.openxmlformats.org/officeDocument/2006/relationships/notesMaster" Target="/ppt/notesMasters/notesMaster1.xml" Id="R4cf00af9a54743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257460a10c42f7" /><Relationship Type="http://schemas.openxmlformats.org/officeDocument/2006/relationships/notesMaster" Target="/ppt/notesMasters/notesMaster1.xml" Id="Rcae767e54633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349b917ee14fda" /><Relationship Type="http://schemas.openxmlformats.org/officeDocument/2006/relationships/notesMaster" Target="/ppt/notesMasters/notesMaster1.xml" Id="R30b041ec7cd247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93e62f1ee54ec7" /><Relationship Type="http://schemas.openxmlformats.org/officeDocument/2006/relationships/notesMaster" Target="/ppt/notesMasters/notesMaster1.xml" Id="R49d4e8ce532644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a6bef5c5c342fb" /><Relationship Type="http://schemas.openxmlformats.org/officeDocument/2006/relationships/notesMaster" Target="/ppt/notesMasters/notesMaster1.xml" Id="R7c7865c5d9af46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e286b685274610" /><Relationship Type="http://schemas.openxmlformats.org/officeDocument/2006/relationships/notesMaster" Target="/ppt/notesMasters/notesMaster1.xml" Id="R14375d20499c4a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bcf68981ae4b83" /><Relationship Type="http://schemas.openxmlformats.org/officeDocument/2006/relationships/notesMaster" Target="/ppt/notesMasters/notesMaster1.xml" Id="R916f46ed8b5f4a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Kính thưa Hội đồng, nhóm trình bày IP tự hiệu chỉnh cho hệ thống cảnh báo PM2.5 trên FPGA. Sản phẩm trung tâm là lõi RTL fixed-point đã được triển khai trên Tang Nano 9K và kiểm chứng qua UART. Hai nguồn CAMS và PurpleAir chỉ cung cấp dữ liệu cho cơ chế hiệu chỉnh có kiểm soát chất lượng.</a:t>
            </a:r>
          </a:p>
          <a:p xmlns:a="http://schemas.openxmlformats.org/drawingml/2006/main">
            <a:r>
              <a:t/>
            </a:r>
          </a:p>
          <a:p xmlns:a="http://schemas.openxmlformats.org/drawingml/2006/main">
            <a:r>
              <a:t>Nguồn:</a:t>
            </a:r>
          </a:p>
          <a:p xmlns:a="http://schemas.openxmlformats.org/drawingml/2006/main">
            <a:r>
              <a:t>- README.md</a:t>
            </a:r>
          </a:p>
          <a:p xmlns:a="http://schemas.openxmlformats.org/drawingml/2006/main">
            <a:r>
              <a:t>- reports/fpga/hardware_validation.json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0:20–1:05. CAMS cung cấp nền theo vùng và theo giờ. PurpleAir gần vị trí hơn nhưng có nhiễu và chênh lệch A/B. Lõi không trộn hai nguồn một cách trực tiếp. Nó học sai lệch từ PurpleAir khi QC cho phép, rồi giữ CAMS làm timeline chính.</a:t>
            </a:r>
          </a:p>
          <a:p xmlns:a="http://schemas.openxmlformats.org/drawingml/2006/main">
            <a:r>
              <a:t/>
            </a:r>
          </a:p>
          <a:p xmlns:a="http://schemas.openxmlformats.org/drawingml/2006/main">
            <a:r>
              <a:t>Nguồn:</a:t>
            </a:r>
          </a:p>
          <a:p xmlns:a="http://schemas.openxmlformats.org/drawingml/2006/main">
            <a:r>
              <a:t>- reports/PM25_DATA_MIGRATION_QC_REPORT.md</a:t>
            </a:r>
          </a:p>
          <a:p xmlns:a="http://schemas.openxmlformats.org/drawingml/2006/main">
            <a:r>
              <a:t>- https://open-meteo.com/en/docs/air-quality-api</a:t>
            </a:r>
          </a:p>
          <a:p xmlns:a="http://schemas.openxmlformats.org/drawingml/2006/main">
            <a:r>
              <a:t>- https://api.purpleair.com/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1:05–1:55. Luồng host thu thập, QC và tạo dữ liệu fixed-point. Golden model Python sinh giá trị mong đợi. Packet UART đưa cùng mẫu vào FPGA và nhận lại fused, bias cùng trạng thái cảnh báo. Ba chuỗi dữ liệu luôn độc lập nên không có double correction.</a:t>
            </a:r>
          </a:p>
          <a:p xmlns:a="http://schemas.openxmlformats.org/drawingml/2006/main">
            <a:r>
              <a:t/>
            </a:r>
          </a:p>
          <a:p xmlns:a="http://schemas.openxmlformats.org/drawingml/2006/main">
            <a:r>
              <a:t>Nguồn:</a:t>
            </a:r>
          </a:p>
          <a:p xmlns:a="http://schemas.openxmlformats.org/drawingml/2006/main">
            <a:r>
              <a:t>- CODEX_PM25_FULL_REFACTOR_PROMPT.md, mục 1 và 6</a:t>
            </a:r>
          </a:p>
          <a:p xmlns:a="http://schemas.openxmlformats.org/drawingml/2006/main">
            <a:r>
              <a:t>- docs/design_notes/ip/14_uart_laptop_demo_design.md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1:55–2:55. Residual là PurpleAir trừ CAMS. Core lấy sai số giữa residual và bias cũ, rồi dịch phải ba bit để có delta. Điểm quan trọng là fused hiện tại dùng bias trước cập nhật. Nếu QC fail, core vẫn xuất fused từ CAMS và bias cũ nhưng không học từ PurpleAir. Fixed-point x16 loại bỏ phép toán số thực.</a:t>
            </a:r>
          </a:p>
          <a:p xmlns:a="http://schemas.openxmlformats.org/drawingml/2006/main">
            <a:r>
              <a:t/>
            </a:r>
          </a:p>
          <a:p xmlns:a="http://schemas.openxmlformats.org/drawingml/2006/main">
            <a:r>
              <a:t>Nguồn:</a:t>
            </a:r>
          </a:p>
          <a:p xmlns:a="http://schemas.openxmlformats.org/drawingml/2006/main">
            <a:r>
              <a:t>- python_model/fixed_point/pm25_core_v1_fixed.py</a:t>
            </a:r>
          </a:p>
          <a:p xmlns:a="http://schemas.openxmlformats.org/drawingml/2006/main">
            <a:r>
              <a:t>- rtl/core/pm25_alert_core.v</a:t>
            </a:r>
          </a:p>
          <a:p xmlns:a="http://schemas.openxmlformats.org/drawingml/2006/main">
            <a:r>
              <a:t>- rtl/core/bias_update.v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2:55–3:45. QC chạy ở hai tầng. Mẫu 10 phút được kiểm tra hai kênh A/B. Một giờ strict cần ít nhất bốn mẫu tốt và coverage 30 phút. Khi PurpleAir thiếu, LEFT JOIN vẫn giữ giờ CAMS và core tiếp tục bằng bias cũ. State bền vững giúp nhiều lần scheduler chạy cho kết quả giống one-shot.</a:t>
            </a:r>
          </a:p>
          <a:p xmlns:a="http://schemas.openxmlformats.org/drawingml/2006/main">
            <a:r>
              <a:t/>
            </a:r>
          </a:p>
          <a:p xmlns:a="http://schemas.openxmlformats.org/drawingml/2006/main">
            <a:r>
              <a:t>Nguồn:</a:t>
            </a:r>
          </a:p>
          <a:p xmlns:a="http://schemas.openxmlformats.org/drawingml/2006/main">
            <a:r>
              <a:t>- reports/pm25_data_migration_qc.json</a:t>
            </a:r>
          </a:p>
          <a:p xmlns:a="http://schemas.openxmlformats.org/drawingml/2006/main">
            <a:r>
              <a:t>- reports/PM25_FULL_REFACTOR_VERIFICATION.md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3:45–4:45. Đánh giá mới cho thấy shift 2 có MAE thấp nhất. Nhóm vẫn giữ shift 3 vì đây là cấu hình đã được đóng băng và chạy phần cứng. Mọi thay đổi alpha phải chạy lại regression, synthesis và board validation. Baseline hôm nay có 94 test Python pass và 941 mẫu RTL không lỗi.</a:t>
            </a:r>
          </a:p>
          <a:p xmlns:a="http://schemas.openxmlformats.org/drawingml/2006/main">
            <a:r>
              <a:t/>
            </a:r>
          </a:p>
          <a:p xmlns:a="http://schemas.openxmlformats.org/drawingml/2006/main">
            <a:r>
              <a:t>Nguồn:</a:t>
            </a:r>
          </a:p>
          <a:p xmlns:a="http://schemas.openxmlformats.org/drawingml/2006/main">
            <a:r>
              <a:t>- reports/alpha_evaluation/latest_alpha_candidate.json</a:t>
            </a:r>
          </a:p>
          <a:p xmlns:a="http://schemas.openxmlformats.org/drawingml/2006/main">
            <a:r>
              <a:t>- Kết quả regression chạy ngày 06/09/2026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4:45–5:50. Đây là bằng chứng phần cứng chính. Full top sử dụng 490 logic và 283 register. Fmax đạt 58,705 MHz so với clock 27 MHz, không có endpoint setup hoặc hold vi phạm. Sau khi tạo bitstream và nạp SRAM, năm nhóm kiểm thử gồm 140 giao dịch đều khớp golden model.</a:t>
            </a:r>
          </a:p>
          <a:p xmlns:a="http://schemas.openxmlformats.org/drawingml/2006/main">
            <a:r>
              <a:t/>
            </a:r>
          </a:p>
          <a:p xmlns:a="http://schemas.openxmlformats.org/drawingml/2006/main">
            <a:r>
              <a:t>Nguồn:</a:t>
            </a:r>
          </a:p>
          <a:p xmlns:a="http://schemas.openxmlformats.org/drawingml/2006/main">
            <a:r>
              <a:t>- reports/fpga/gowin_implementation_summary.json</a:t>
            </a:r>
          </a:p>
          <a:p xmlns:a="http://schemas.openxmlformats.org/drawingml/2006/main">
            <a:r>
              <a:t>- reports/fpga/hardware_validation.json</a:t>
            </a:r>
          </a:p>
          <a:p xmlns:a="http://schemas.openxmlformats.org/drawingml/2006/main">
            <a:r>
              <a:t>- https://wiki.sipeed.com/hardware/en/tang/Tang-Nano-9K/Nano-9K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5:50–6:30. Demo sau đây gửi các ca QC tốt, QC fail, residual âm dương, ngưỡng và bão hòa. Với mỗi giao dịch, host hiển thị đầu vào, giá trị golden và phản hồi FPGA. Kết luận của nhóm là một IP nhỏ, xác định và đã được kiểm chứng vật lý trong phạm vi công bố. Xin mời Hội đồng theo dõi demo.</a:t>
            </a:r>
          </a:p>
          <a:p xmlns:a="http://schemas.openxmlformats.org/drawingml/2006/main">
            <a:r>
              <a:t/>
            </a:r>
          </a:p>
          <a:p xmlns:a="http://schemas.openxmlformats.org/drawingml/2006/main">
            <a:r>
              <a:t>Nguồn:</a:t>
            </a:r>
          </a:p>
          <a:p xmlns:a="http://schemas.openxmlformats.org/drawingml/2006/main">
            <a:r>
              <a:t>- demo/uart/pm25_uart_feeder.py</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chính xác thứ tự cập nhật. Fused của mẫu t dùng bias_before. Bias_after chỉ tác động từ mẫu sau. Arithmetic shift với số âm đã có test riêng.</a:t>
            </a:r>
          </a:p>
          <a:p xmlns:a="http://schemas.openxmlformats.org/drawingml/2006/main">
            <a:r>
              <a:t/>
            </a:r>
          </a:p>
          <a:p xmlns:a="http://schemas.openxmlformats.org/drawingml/2006/main">
            <a:r>
              <a:t>Nguồn:</a:t>
            </a:r>
          </a:p>
          <a:p xmlns:a="http://schemas.openxmlformats.org/drawingml/2006/main">
            <a:r>
              <a:t>- CODEX_PM25_FULL_REFACTOR_PROMPT.md, mục 1</a:t>
            </a:r>
          </a:p>
          <a:p xmlns:a="http://schemas.openxmlformats.org/drawingml/2006/main">
            <a:r>
              <a:t>- python_model/fixed_point/pm25_core_v1_fixed.py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tại sao không truyền ASCII hoặc tại sao không có FIFO. Packet nhị phân làm RTL nhỏ. Host chỉ gửi yêu cầu tiếp theo sau khi nhận phản hồi, phù hợp với dữ liệu môi trường theo giờ.</a:t>
            </a:r>
          </a:p>
          <a:p xmlns:a="http://schemas.openxmlformats.org/drawingml/2006/main">
            <a:r>
              <a:t/>
            </a:r>
          </a:p>
          <a:p xmlns:a="http://schemas.openxmlformats.org/drawingml/2006/main">
            <a:r>
              <a:t>Nguồn:</a:t>
            </a:r>
          </a:p>
          <a:p xmlns:a="http://schemas.openxmlformats.org/drawingml/2006/main">
            <a:r>
              <a:t>- docs/design_notes/ip/13_uart_laptop_demo_protocol.md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vì sao không chọn shift 2. Shift 2 có MAE thấp hơn trên dữ liệu hiện tại, nhưng promotion cần version hóa và tái kiểm chứng đầy đủ. Shift 3 là cấu hình đang khớp với bằng chứng board.</a:t>
            </a:r>
          </a:p>
          <a:p xmlns:a="http://schemas.openxmlformats.org/drawingml/2006/main">
            <a:r>
              <a:t/>
            </a:r>
          </a:p>
          <a:p xmlns:a="http://schemas.openxmlformats.org/drawingml/2006/main">
            <a:r>
              <a:t>Nguồn:</a:t>
            </a:r>
          </a:p>
          <a:p xmlns:a="http://schemas.openxmlformats.org/drawingml/2006/main">
            <a:r>
              <a:t>- reports/alpha_evaluation/latest_alpha_candidate.json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mức độ tin cậy. Nhóm phân biệt rõ targeted validation với formal coverage và phân biệt độ đúng số học phần cứng với độ chính xác môi trường dài hạn.</a:t>
            </a:r>
          </a:p>
          <a:p xmlns:a="http://schemas.openxmlformats.org/drawingml/2006/main">
            <a:r>
              <a:t/>
            </a:r>
          </a:p>
          <a:p xmlns:a="http://schemas.openxmlformats.org/drawingml/2006/main">
            <a:r>
              <a:t>Nguồn:</a:t>
            </a:r>
          </a:p>
          <a:p xmlns:a="http://schemas.openxmlformats.org/drawingml/2006/main">
            <a:r>
              <a:t>- README.md, mục Known Limitations</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2c935cd3eb4b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4af9ff69e245c5" /><Relationship Type="http://schemas.openxmlformats.org/officeDocument/2006/relationships/slideLayout" Target="/ppt/slideLayouts/slideLayout1.xml" Id="Rb90814faa3914a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0814faa3914a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870a5e13b74712" /><Relationship Type="http://schemas.openxmlformats.org/officeDocument/2006/relationships/notesSlide" Target="/ppt/notesSlides/notesSlide1.xml" Id="R3dd8e305d72041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3c14ba8fef4568" /><Relationship Type="http://schemas.openxmlformats.org/officeDocument/2006/relationships/notesSlide" Target="/ppt/notesSlides/notesSlide2.xml" Id="Rcd98a253480f4a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ddf07301fd4fcc" /><Relationship Type="http://schemas.openxmlformats.org/officeDocument/2006/relationships/notesSlide" Target="/ppt/notesSlides/notesSlide3.xml" Id="R6c8f1777f37843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88e2424da545c6" /><Relationship Type="http://schemas.openxmlformats.org/officeDocument/2006/relationships/notesSlide" Target="/ppt/notesSlides/notesSlide4.xml" Id="R0a33e59d169e41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d25e651a914317" /><Relationship Type="http://schemas.openxmlformats.org/officeDocument/2006/relationships/notesSlide" Target="/ppt/notesSlides/notesSlide5.xml" Id="Rb91004ffee7449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069534cbef4cef" /><Relationship Type="http://schemas.openxmlformats.org/officeDocument/2006/relationships/chart" Target="/ppt/slides/charts/chart1.xml" Id="R9b72ae58d8084f42" /><Relationship Type="http://schemas.openxmlformats.org/officeDocument/2006/relationships/notesSlide" Target="/ppt/notesSlides/notesSlide6.xml" Id="R7106261d550c47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b17282c4e54f7f" /><Relationship Type="http://schemas.openxmlformats.org/officeDocument/2006/relationships/notesSlide" Target="/ppt/notesSlides/notesSlide7.xml" Id="R46523d58d99444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1021bcfefd44e4" /><Relationship Type="http://schemas.openxmlformats.org/officeDocument/2006/relationships/notesSlide" Target="/ppt/notesSlides/notesSlide8.xml" Id="R5cf420d092334c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5d49cad5ff49c4" /><Relationship Type="http://schemas.openxmlformats.org/officeDocument/2006/relationships/notesSlide" Target="/ppt/notesSlides/notesSlide9.xml" Id="Re269c4992e6f44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0b2e8a0d6b4bfd" /><Relationship Type="http://schemas.openxmlformats.org/officeDocument/2006/relationships/notesSlide" Target="/ppt/notesSlides/notesSlide10.xml" Id="Rd39253ae95544c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cb34081e849417c" /><Relationship Type="http://schemas.openxmlformats.org/officeDocument/2006/relationships/notesSlide" Target="/ppt/notesSlides/notesSlide11.xml" Id="R2a57c27769fc45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edd01281dba4bbb" /><Relationship Type="http://schemas.openxmlformats.org/officeDocument/2006/relationships/notesSlide" Target="/ppt/notesSlides/notesSlide12.xml" Id="R888777a213e045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CAMS MAE</c:v>
          </c:tx>
          <c:spPr>
            <a:solidFill xmlns:a="http://schemas.openxmlformats.org/drawingml/2006/main">
              <a:srgbClr val="C8D5DC"/>
            </a:solidFill>
          </c:spPr>
          <c:cat>
            <c:numRef>
              <c:f>'Chart Data'!$A$2:$A$6</c:f>
              <c:numCache>
                <c:formatCode>General</c:formatCode>
                <c:ptCount val="5"/>
                <c:pt idx="0">
                  <c:v>2</c:v>
                </c:pt>
                <c:pt idx="1">
                  <c:v>3</c:v>
                </c:pt>
                <c:pt idx="2">
                  <c:v>4</c:v>
                </c:pt>
                <c:pt idx="3">
                  <c:v>5</c:v>
                </c:pt>
                <c:pt idx="4">
                  <c:v>6</c:v>
                </c:pt>
              </c:numCache>
            </c:numRef>
          </c:cat>
          <c:val>
            <c:numRef>
              <c:f>'Chart Data'!$B$2:$B$6</c:f>
              <c:numCache>
                <c:formatCode>General</c:formatCode>
                <c:ptCount val="5"/>
                <c:pt idx="0">
                  <c:v>16.2801</c:v>
                </c:pt>
                <c:pt idx="1">
                  <c:v>16.2801</c:v>
                </c:pt>
                <c:pt idx="2">
                  <c:v>16.2801</c:v>
                </c:pt>
                <c:pt idx="3">
                  <c:v>16.2801</c:v>
                </c:pt>
                <c:pt idx="4">
                  <c:v>16.2801</c:v>
                </c:pt>
              </c:numCache>
            </c:numRef>
          </c:val>
        </c:ser>
        <c:ser>
          <c:idx val="1"/>
          <c:order val="1"/>
          <c:tx>
            <c:v>Fused MAE</c:v>
          </c:tx>
          <c:spPr>
            <a:solidFill xmlns:a="http://schemas.openxmlformats.org/drawingml/2006/main">
              <a:srgbClr val="005A9C"/>
            </a:solidFill>
          </c:spPr>
          <c:cat>
            <c:numRef>
              <c:f>'Chart Data'!$C$2:$C$6</c:f>
              <c:numCache>
                <c:formatCode>General</c:formatCode>
                <c:ptCount val="5"/>
                <c:pt idx="0">
                  <c:v>2</c:v>
                </c:pt>
                <c:pt idx="1">
                  <c:v>3</c:v>
                </c:pt>
                <c:pt idx="2">
                  <c:v>4</c:v>
                </c:pt>
                <c:pt idx="3">
                  <c:v>5</c:v>
                </c:pt>
                <c:pt idx="4">
                  <c:v>6</c:v>
                </c:pt>
              </c:numCache>
            </c:numRef>
          </c:cat>
          <c:val>
            <c:numRef>
              <c:f>'Chart Data'!$D$2:$D$6</c:f>
              <c:numCache>
                <c:formatCode>General</c:formatCode>
                <c:ptCount val="5"/>
                <c:pt idx="0">
                  <c:v>4.0833</c:v>
                </c:pt>
                <c:pt idx="1">
                  <c:v>4.5129</c:v>
                </c:pt>
                <c:pt idx="2">
                  <c:v>4.7815</c:v>
                </c:pt>
                <c:pt idx="3">
                  <c:v>5.2254</c:v>
                </c:pt>
                <c:pt idx="4">
                  <c:v>5.9492</c:v>
                </c:pt>
              </c:numCache>
            </c:numRef>
          </c: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Noto Sans"/>
                    <a:ea typeface="Noto Sans"/>
                    <a:cs typeface="Noto Sans"/>
                  </a:rPr>
                  <a:t>ALPHA_SHIFT</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Noto Sans"/>
                    <a:ea typeface="Noto Sans"/>
                    <a:cs typeface="Noto Sans"/>
                  </a:rPr>
                  <a:t>MAE (µg/m³)</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50112"/>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7E6ED4-CF77-4C6C-84D7-64548BECE47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5A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6042B1-4146-4BF7-96AD-191B357073A9}"/>
              </a:ext>
            </a:extLst>
          </p:cNvPr>
          <p:cNvSpPr>
            <a:spLocks xmlns:a="http://schemas.openxmlformats.org/drawingml/2006/main" noGrp="1"/>
          </p:cNvSpPr>
          <p:nvPr/>
        </p:nvSpPr>
        <p:spPr>
          <a:xfrm xmlns:a="http://schemas.openxmlformats.org/drawingml/2006/main">
            <a:off x="685800" y="438150"/>
            <a:ext cx="152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05A9C"/>
                </a:solidFill>
                <a:latin typeface="Noto Sans"/>
                <a:ea typeface="Noto Sans"/>
                <a:cs typeface="Noto Sans"/>
              </a:defRPr>
            </a:pPr>
            <a:r>
              <a:rPr sz="2700" b="1">
                <a:solidFill>
                  <a:srgbClr val="005A9C"/>
                </a:solidFill>
                <a:latin typeface="Noto Sans"/>
                <a:ea typeface="Noto Sans"/>
                <a:cs typeface="Noto Sans"/>
              </a:rPr>
              <a:t>UIT</a:t>
            </a:r>
          </a:p>
        </p:txBody>
      </p:sp>
      <p:sp>
        <p:nvSpPr>
          <p:cNvPr id="3" name="">
            <a:extLst xmlns:a="http://schemas.openxmlformats.org/drawingml/2006/main">
              <a:ext uri="{FF2B5EF4-FFF2-40B4-BE49-F238E27FC236}">
                <a16:creationId xmlns:a16="http://schemas.microsoft.com/office/drawing/2014/main" id="{0605457F-F2EA-4FC2-8147-F65A777C4109}"/>
              </a:ext>
            </a:extLst>
          </p:cNvPr>
          <p:cNvSpPr>
            <a:spLocks xmlns:a="http://schemas.openxmlformats.org/drawingml/2006/main" noGrp="1"/>
          </p:cNvSpPr>
          <p:nvPr/>
        </p:nvSpPr>
        <p:spPr>
          <a:xfrm xmlns:a="http://schemas.openxmlformats.org/drawingml/2006/main">
            <a:off x="2286000" y="5524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647681"/>
                </a:solidFill>
                <a:latin typeface="Noto Sans"/>
                <a:ea typeface="Noto Sans"/>
                <a:cs typeface="Noto Sans"/>
              </a:defRPr>
            </a:pPr>
            <a:r>
              <a:rPr sz="1125" b="1">
                <a:solidFill>
                  <a:srgbClr val="647681"/>
                </a:solidFill>
                <a:latin typeface="Noto Sans"/>
                <a:ea typeface="Noto Sans"/>
                <a:cs typeface="Noto Sans"/>
              </a:rPr>
              <a:t>CUỘC THI THIẾT KẾ VI MẠCH UIT III</a:t>
            </a:r>
          </a:p>
        </p:txBody>
      </p:sp>
      <p:sp>
        <p:nvSpPr>
          <p:cNvPr id="4" name="">
            <a:extLst xmlns:a="http://schemas.openxmlformats.org/drawingml/2006/main">
              <a:ext uri="{FF2B5EF4-FFF2-40B4-BE49-F238E27FC236}">
                <a16:creationId xmlns:a16="http://schemas.microsoft.com/office/drawing/2014/main" id="{BF7F451F-62CC-4324-B2D4-8DE53C8F0186}"/>
              </a:ext>
            </a:extLst>
          </p:cNvPr>
          <p:cNvSpPr>
            <a:spLocks xmlns:a="http://schemas.openxmlformats.org/drawingml/2006/main" noGrp="1"/>
          </p:cNvSpPr>
          <p:nvPr/>
        </p:nvSpPr>
        <p:spPr>
          <a:xfrm xmlns:a="http://schemas.openxmlformats.org/drawingml/2006/main">
            <a:off x="685800" y="146685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050" b="1">
                <a:solidFill>
                  <a:srgbClr val="12344D"/>
                </a:solidFill>
                <a:latin typeface="Noto Sans"/>
                <a:ea typeface="Noto Sans"/>
                <a:cs typeface="Noto Sans"/>
              </a:defRPr>
            </a:pPr>
            <a:r>
              <a:rPr sz="4050" b="1">
                <a:solidFill>
                  <a:srgbClr val="12344D"/>
                </a:solidFill>
                <a:latin typeface="Noto Sans"/>
                <a:ea typeface="Noto Sans"/>
                <a:cs typeface="Noto Sans"/>
              </a:rPr>
              <a:t>IP tự hiệu chỉnh PM2.5</a:t>
            </a:r>
          </a:p>
          <a:p xmlns:a="http://schemas.openxmlformats.org/drawingml/2006/main">
            <a:pPr>
              <a:defRPr sz="4050" b="1">
                <a:solidFill>
                  <a:srgbClr val="12344D"/>
                </a:solidFill>
                <a:latin typeface="Noto Sans"/>
                <a:ea typeface="Noto Sans"/>
                <a:cs typeface="Noto Sans"/>
              </a:defRPr>
            </a:pPr>
            <a:r>
              <a:rPr sz="4050" b="1">
                <a:solidFill>
                  <a:srgbClr val="12344D"/>
                </a:solidFill>
                <a:latin typeface="Noto Sans"/>
                <a:ea typeface="Noto Sans"/>
                <a:cs typeface="Noto Sans"/>
              </a:rPr>
              <a:t>trên FPGA</a:t>
            </a:r>
          </a:p>
        </p:txBody>
      </p:sp>
      <p:sp>
        <p:nvSpPr>
          <p:cNvPr id="5" name="">
            <a:extLst xmlns:a="http://schemas.openxmlformats.org/drawingml/2006/main">
              <a:ext uri="{FF2B5EF4-FFF2-40B4-BE49-F238E27FC236}">
                <a16:creationId xmlns:a16="http://schemas.microsoft.com/office/drawing/2014/main" id="{4E1FE7EE-7595-4866-ACF7-45566D596032}"/>
              </a:ext>
            </a:extLst>
          </p:cNvPr>
          <p:cNvSpPr>
            <a:spLocks xmlns:a="http://schemas.openxmlformats.org/drawingml/2006/main" noGrp="1"/>
          </p:cNvSpPr>
          <p:nvPr/>
        </p:nvSpPr>
        <p:spPr>
          <a:xfrm xmlns:a="http://schemas.openxmlformats.org/drawingml/2006/main">
            <a:off x="723900" y="3295650"/>
            <a:ext cx="647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20"/>
          </a:bodyPr>
          <a:lstStyle xmlns:a="http://schemas.openxmlformats.org/drawingml/2006/main"/>
          <a:p xmlns:a="http://schemas.openxmlformats.org/drawingml/2006/main">
            <a:pPr>
              <a:defRPr sz="1725" b="0">
                <a:solidFill>
                  <a:srgbClr val="1D2A32"/>
                </a:solidFill>
                <a:latin typeface="Noto Sans"/>
                <a:ea typeface="Noto Sans"/>
                <a:cs typeface="Noto Sans"/>
              </a:defRPr>
            </a:pPr>
            <a:r>
              <a:rPr sz="1725" b="0">
                <a:solidFill>
                  <a:srgbClr val="1D2A32"/>
                </a:solidFill>
                <a:latin typeface="Noto Sans"/>
                <a:ea typeface="Noto Sans"/>
                <a:cs typeface="Noto Sans"/>
              </a:rPr>
              <a:t>CAMS làm tín hiệu nền. PurpleAir cập nhật sai lệch khi đạt QC.</a:t>
            </a:r>
          </a:p>
          <a:p xmlns:a="http://schemas.openxmlformats.org/drawingml/2006/main">
            <a:pPr>
              <a:defRPr sz="1725" b="0">
                <a:solidFill>
                  <a:srgbClr val="1D2A32"/>
                </a:solidFill>
                <a:latin typeface="Noto Sans"/>
                <a:ea typeface="Noto Sans"/>
                <a:cs typeface="Noto Sans"/>
              </a:defRPr>
            </a:pPr>
            <a:r>
              <a:rPr sz="1725" b="0">
                <a:solidFill>
                  <a:srgbClr val="1D2A32"/>
                </a:solidFill>
                <a:latin typeface="Noto Sans"/>
                <a:ea typeface="Noto Sans"/>
                <a:cs typeface="Noto Sans"/>
              </a:rPr>
              <a:t>Lõi fixed-point tạo giá trị hiệu chỉnh và cảnh báo trên Tang Nano 9K.</a:t>
            </a:r>
          </a:p>
        </p:txBody>
      </p:sp>
      <p:sp>
        <p:nvSpPr>
          <p:cNvPr id="6" name="">
            <a:extLst xmlns:a="http://schemas.openxmlformats.org/drawingml/2006/main">
              <a:ext uri="{FF2B5EF4-FFF2-40B4-BE49-F238E27FC236}">
                <a16:creationId xmlns:a16="http://schemas.microsoft.com/office/drawing/2014/main" id="{91D26C44-4247-4CC2-AA86-0CC2E65AF556}"/>
              </a:ext>
            </a:extLst>
          </p:cNvPr>
          <p:cNvSpPr>
            <a:spLocks xmlns:a="http://schemas.openxmlformats.org/drawingml/2006/main" noGrp="1"/>
          </p:cNvSpPr>
          <p:nvPr/>
        </p:nvSpPr>
        <p:spPr>
          <a:xfrm xmlns:a="http://schemas.openxmlformats.org/drawingml/2006/main">
            <a:off x="7858125" y="1143000"/>
            <a:ext cx="3143250" cy="3143250"/>
          </a:xfrm>
          <a:prstGeom xmlns:a="http://schemas.openxmlformats.org/drawingml/2006/main" prst="roundRect">
            <a:avLst>
              <a:gd name="adj" fmla="val 7879"/>
            </a:avLst>
          </a:prstGeom>
          <a:solidFill xmlns:a="http://schemas.openxmlformats.org/drawingml/2006/main">
            <a:srgbClr val="EAF3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6B3D43-326D-4490-AAB7-8BCD7660ACF6}"/>
              </a:ext>
            </a:extLst>
          </p:cNvPr>
          <p:cNvSpPr>
            <a:spLocks xmlns:a="http://schemas.openxmlformats.org/drawingml/2006/main" noGrp="1"/>
          </p:cNvSpPr>
          <p:nvPr/>
        </p:nvSpPr>
        <p:spPr>
          <a:xfrm xmlns:a="http://schemas.openxmlformats.org/drawingml/2006/main">
            <a:off x="8305800" y="1695450"/>
            <a:ext cx="228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4650" b="1">
                <a:solidFill>
                  <a:srgbClr val="005A9C"/>
                </a:solidFill>
                <a:latin typeface="Noto Sans"/>
                <a:ea typeface="Noto Sans"/>
                <a:cs typeface="Noto Sans"/>
              </a:defRPr>
            </a:pPr>
            <a:r>
              <a:rPr sz="4650" b="1">
                <a:solidFill>
                  <a:srgbClr val="005A9C"/>
                </a:solidFill>
                <a:latin typeface="Noto Sans"/>
                <a:ea typeface="Noto Sans"/>
                <a:cs typeface="Noto Sans"/>
              </a:rPr>
              <a:t>x16</a:t>
            </a:r>
          </a:p>
        </p:txBody>
      </p:sp>
      <p:sp>
        <p:nvSpPr>
          <p:cNvPr id="8" name="">
            <a:extLst xmlns:a="http://schemas.openxmlformats.org/drawingml/2006/main">
              <a:ext uri="{FF2B5EF4-FFF2-40B4-BE49-F238E27FC236}">
                <a16:creationId xmlns:a16="http://schemas.microsoft.com/office/drawing/2014/main" id="{147A9069-201E-4AC4-9608-6587482F3CC6}"/>
              </a:ext>
            </a:extLst>
          </p:cNvPr>
          <p:cNvSpPr>
            <a:spLocks xmlns:a="http://schemas.openxmlformats.org/drawingml/2006/main" noGrp="1"/>
          </p:cNvSpPr>
          <p:nvPr/>
        </p:nvSpPr>
        <p:spPr>
          <a:xfrm xmlns:a="http://schemas.openxmlformats.org/drawingml/2006/main">
            <a:off x="8334375" y="2533650"/>
            <a:ext cx="2228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647681"/>
                </a:solidFill>
                <a:latin typeface="Noto Sans"/>
                <a:ea typeface="Noto Sans"/>
                <a:cs typeface="Noto Sans"/>
              </a:defRPr>
            </a:pPr>
            <a:r>
              <a:rPr sz="1800" b="1">
                <a:solidFill>
                  <a:srgbClr val="647681"/>
                </a:solidFill>
                <a:latin typeface="Noto Sans"/>
                <a:ea typeface="Noto Sans"/>
                <a:cs typeface="Noto Sans"/>
              </a:rPr>
              <a:t>fixed-point</a:t>
            </a:r>
          </a:p>
        </p:txBody>
      </p:sp>
      <p:sp>
        <p:nvSpPr>
          <p:cNvPr id="9" name="">
            <a:extLst xmlns:a="http://schemas.openxmlformats.org/drawingml/2006/main">
              <a:ext uri="{FF2B5EF4-FFF2-40B4-BE49-F238E27FC236}">
                <a16:creationId xmlns:a16="http://schemas.microsoft.com/office/drawing/2014/main" id="{B821E758-9AC4-4C2D-AFA6-15221E4CBDF5}"/>
              </a:ext>
            </a:extLst>
          </p:cNvPr>
          <p:cNvSpPr>
            <a:spLocks xmlns:a="http://schemas.openxmlformats.org/drawingml/2006/main" noGrp="1"/>
          </p:cNvSpPr>
          <p:nvPr/>
        </p:nvSpPr>
        <p:spPr>
          <a:xfrm xmlns:a="http://schemas.openxmlformats.org/drawingml/2006/main">
            <a:off x="8343900" y="3133725"/>
            <a:ext cx="219075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10" name="">
            <a:extLst xmlns:a="http://schemas.openxmlformats.org/drawingml/2006/main">
              <a:ext uri="{FF2B5EF4-FFF2-40B4-BE49-F238E27FC236}">
                <a16:creationId xmlns:a16="http://schemas.microsoft.com/office/drawing/2014/main" id="{94B9A13D-967C-450D-BE5F-7C9BB0B8786F}"/>
              </a:ext>
            </a:extLst>
          </p:cNvPr>
          <p:cNvSpPr>
            <a:spLocks xmlns:a="http://schemas.openxmlformats.org/drawingml/2006/main" noGrp="1"/>
          </p:cNvSpPr>
          <p:nvPr/>
        </p:nvSpPr>
        <p:spPr>
          <a:xfrm xmlns:a="http://schemas.openxmlformats.org/drawingml/2006/main">
            <a:off x="8334375" y="3333750"/>
            <a:ext cx="2228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625" b="1">
                <a:solidFill>
                  <a:srgbClr val="168C7E"/>
                </a:solidFill>
                <a:latin typeface="Noto Sans"/>
                <a:ea typeface="Noto Sans"/>
                <a:cs typeface="Noto Sans"/>
              </a:defRPr>
            </a:pPr>
            <a:r>
              <a:rPr sz="2625" b="1">
                <a:solidFill>
                  <a:srgbClr val="168C7E"/>
                </a:solidFill>
                <a:latin typeface="Noto Sans"/>
                <a:ea typeface="Noto Sans"/>
                <a:cs typeface="Noto Sans"/>
              </a:rPr>
              <a:t>140 / 140</a:t>
            </a:r>
          </a:p>
        </p:txBody>
      </p:sp>
      <p:sp>
        <p:nvSpPr>
          <p:cNvPr id="11" name="">
            <a:extLst xmlns:a="http://schemas.openxmlformats.org/drawingml/2006/main">
              <a:ext uri="{FF2B5EF4-FFF2-40B4-BE49-F238E27FC236}">
                <a16:creationId xmlns:a16="http://schemas.microsoft.com/office/drawing/2014/main" id="{0F5D16B9-4C79-4C51-808B-329EDECDA9C7}"/>
              </a:ext>
            </a:extLst>
          </p:cNvPr>
          <p:cNvSpPr>
            <a:spLocks xmlns:a="http://schemas.openxmlformats.org/drawingml/2006/main" noGrp="1"/>
          </p:cNvSpPr>
          <p:nvPr/>
        </p:nvSpPr>
        <p:spPr>
          <a:xfrm xmlns:a="http://schemas.openxmlformats.org/drawingml/2006/main">
            <a:off x="8305800" y="389572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0">
                <a:solidFill>
                  <a:srgbClr val="647681"/>
                </a:solidFill>
                <a:latin typeface="Noto Sans"/>
                <a:ea typeface="Noto Sans"/>
                <a:cs typeface="Noto Sans"/>
              </a:defRPr>
            </a:pPr>
            <a:r>
              <a:rPr sz="1275" b="0">
                <a:solidFill>
                  <a:srgbClr val="647681"/>
                </a:solidFill>
                <a:latin typeface="Noto Sans"/>
                <a:ea typeface="Noto Sans"/>
                <a:cs typeface="Noto Sans"/>
              </a:rPr>
              <a:t>giao dịch khớp golden</a:t>
            </a:r>
          </a:p>
        </p:txBody>
      </p:sp>
      <p:sp>
        <p:nvSpPr>
          <p:cNvPr id="12" name="">
            <a:extLst xmlns:a="http://schemas.openxmlformats.org/drawingml/2006/main">
              <a:ext uri="{FF2B5EF4-FFF2-40B4-BE49-F238E27FC236}">
                <a16:creationId xmlns:a16="http://schemas.microsoft.com/office/drawing/2014/main" id="{58EAF939-E21C-48E3-A8BA-FEE3F1EB2A8A}"/>
              </a:ext>
            </a:extLst>
          </p:cNvPr>
          <p:cNvSpPr>
            <a:spLocks xmlns:a="http://schemas.openxmlformats.org/drawingml/2006/main" noGrp="1"/>
          </p:cNvSpPr>
          <p:nvPr/>
        </p:nvSpPr>
        <p:spPr>
          <a:xfrm xmlns:a="http://schemas.openxmlformats.org/drawingml/2006/main">
            <a:off x="723900" y="53816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defRPr sz="1575" b="1">
                <a:solidFill>
                  <a:srgbClr val="12344D"/>
                </a:solidFill>
                <a:latin typeface="Noto Sans"/>
                <a:ea typeface="Noto Sans"/>
                <a:cs typeface="Noto Sans"/>
              </a:defRPr>
            </a:pPr>
            <a:r>
              <a:rPr sz="1575" b="1">
                <a:solidFill>
                  <a:srgbClr val="12344D"/>
                </a:solidFill>
                <a:latin typeface="Noto Sans"/>
                <a:ea typeface="Noto Sans"/>
                <a:cs typeface="Noto Sans"/>
              </a:rPr>
              <a:t>Lê Nguyễn Thành Danh, Trần Minh Nhật</a:t>
            </a:r>
          </a:p>
        </p:txBody>
      </p:sp>
      <p:sp>
        <p:nvSpPr>
          <p:cNvPr id="13" name="">
            <a:extLst xmlns:a="http://schemas.openxmlformats.org/drawingml/2006/main">
              <a:ext uri="{FF2B5EF4-FFF2-40B4-BE49-F238E27FC236}">
                <a16:creationId xmlns:a16="http://schemas.microsoft.com/office/drawing/2014/main" id="{69B44C39-E236-4071-8DF0-84F518265084}"/>
              </a:ext>
            </a:extLst>
          </p:cNvPr>
          <p:cNvSpPr>
            <a:spLocks xmlns:a="http://schemas.openxmlformats.org/drawingml/2006/main" noGrp="1"/>
          </p:cNvSpPr>
          <p:nvPr/>
        </p:nvSpPr>
        <p:spPr>
          <a:xfrm xmlns:a="http://schemas.openxmlformats.org/drawingml/2006/main">
            <a:off x="723900" y="57626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GVHD: TS. Đoàn Duy, Khoa Kỹ thuật Máy tính</a:t>
            </a:r>
          </a:p>
        </p:txBody>
      </p:sp>
      <p:sp>
        <p:nvSpPr>
          <p:cNvPr id="14" name="">
            <a:extLst xmlns:a="http://schemas.openxmlformats.org/drawingml/2006/main">
              <a:ext uri="{FF2B5EF4-FFF2-40B4-BE49-F238E27FC236}">
                <a16:creationId xmlns:a16="http://schemas.microsoft.com/office/drawing/2014/main" id="{B60908EA-BDF7-4AF2-AFDC-10C85018918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5" name="">
            <a:extLst xmlns:a="http://schemas.openxmlformats.org/drawingml/2006/main">
              <a:ext uri="{FF2B5EF4-FFF2-40B4-BE49-F238E27FC236}">
                <a16:creationId xmlns:a16="http://schemas.microsoft.com/office/drawing/2014/main" id="{F99B0E55-6C71-43CE-824B-A83DFF7FB6F3}"/>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16" name="">
            <a:extLst xmlns:a="http://schemas.openxmlformats.org/drawingml/2006/main">
              <a:ext uri="{FF2B5EF4-FFF2-40B4-BE49-F238E27FC236}">
                <a16:creationId xmlns:a16="http://schemas.microsoft.com/office/drawing/2014/main" id="{8E00B1DE-A8A4-431F-942F-C16453F41847}"/>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1</a:t>
            </a:r>
          </a:p>
        </p:txBody>
      </p:sp>
    </p:spTree>
    <p:extLst>
      <p:ext uri="{BB962C8B-B14F-4D97-AF65-F5344CB8AC3E}">
        <p14:creationId xmlns:p14="http://schemas.microsoft.com/office/powerpoint/2010/main" val="1949993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3CE7755-EF43-460F-9C3F-8298933610DD}"/>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BÀI TOÁN</a:t>
            </a:r>
          </a:p>
        </p:txBody>
      </p:sp>
      <p:sp>
        <p:nvSpPr>
          <p:cNvPr id="2" name="">
            <a:extLst xmlns:a="http://schemas.openxmlformats.org/drawingml/2006/main">
              <a:ext uri="{FF2B5EF4-FFF2-40B4-BE49-F238E27FC236}">
                <a16:creationId xmlns:a16="http://schemas.microsoft.com/office/drawing/2014/main" id="{CF88DB53-2A27-4FC3-828A-142C12773208}"/>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Hai nguồn dữ liệu có ưu điểm khác nhau</a:t>
            </a:r>
          </a:p>
        </p:txBody>
      </p:sp>
      <p:sp>
        <p:nvSpPr>
          <p:cNvPr id="3" name="">
            <a:extLst xmlns:a="http://schemas.openxmlformats.org/drawingml/2006/main">
              <a:ext uri="{FF2B5EF4-FFF2-40B4-BE49-F238E27FC236}">
                <a16:creationId xmlns:a16="http://schemas.microsoft.com/office/drawing/2014/main" id="{850DCE90-F7C4-460D-9B94-26CD007E17EA}"/>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F8FD8C2C-69BA-41ED-8ACE-766860F96518}"/>
              </a:ext>
            </a:extLst>
          </p:cNvPr>
          <p:cNvSpPr>
            <a:spLocks xmlns:a="http://schemas.openxmlformats.org/drawingml/2006/main" noGrp="1"/>
          </p:cNvSpPr>
          <p:nvPr/>
        </p:nvSpPr>
        <p:spPr>
          <a:xfrm xmlns:a="http://schemas.openxmlformats.org/drawingml/2006/main">
            <a:off x="838200" y="175260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05A9C"/>
                </a:solidFill>
                <a:latin typeface="Noto Sans"/>
                <a:ea typeface="Noto Sans"/>
                <a:cs typeface="Noto Sans"/>
              </a:defRPr>
            </a:pPr>
            <a:r>
              <a:rPr sz="2100" b="1">
                <a:solidFill>
                  <a:srgbClr val="005A9C"/>
                </a:solidFill>
                <a:latin typeface="Noto Sans"/>
                <a:ea typeface="Noto Sans"/>
                <a:cs typeface="Noto Sans"/>
              </a:rPr>
              <a:t>CAMS / Open-Meteo</a:t>
            </a:r>
          </a:p>
        </p:txBody>
      </p:sp>
      <p:sp>
        <p:nvSpPr>
          <p:cNvPr id="5" name="">
            <a:extLst xmlns:a="http://schemas.openxmlformats.org/drawingml/2006/main">
              <a:ext uri="{FF2B5EF4-FFF2-40B4-BE49-F238E27FC236}">
                <a16:creationId xmlns:a16="http://schemas.microsoft.com/office/drawing/2014/main" id="{8385D935-B76A-4A5C-836D-017880E80CCE}"/>
              </a:ext>
            </a:extLst>
          </p:cNvPr>
          <p:cNvSpPr>
            <a:spLocks xmlns:a="http://schemas.openxmlformats.org/drawingml/2006/main" noGrp="1"/>
          </p:cNvSpPr>
          <p:nvPr/>
        </p:nvSpPr>
        <p:spPr>
          <a:xfrm xmlns:a="http://schemas.openxmlformats.org/drawingml/2006/main">
            <a:off x="838200" y="2324100"/>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Chuỗi nền theo giờ</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Ổn định và phủ thời gian dài</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Có thể lệch điều kiện tại vị trí đo</a:t>
            </a:r>
          </a:p>
        </p:txBody>
      </p:sp>
      <p:sp>
        <p:nvSpPr>
          <p:cNvPr id="6" name="">
            <a:extLst xmlns:a="http://schemas.openxmlformats.org/drawingml/2006/main">
              <a:ext uri="{FF2B5EF4-FFF2-40B4-BE49-F238E27FC236}">
                <a16:creationId xmlns:a16="http://schemas.microsoft.com/office/drawing/2014/main" id="{66B64850-DAA3-44AC-A35B-E064E7E5C512}"/>
              </a:ext>
            </a:extLst>
          </p:cNvPr>
          <p:cNvSpPr>
            <a:spLocks xmlns:a="http://schemas.openxmlformats.org/drawingml/2006/main" noGrp="1"/>
          </p:cNvSpPr>
          <p:nvPr/>
        </p:nvSpPr>
        <p:spPr>
          <a:xfrm xmlns:a="http://schemas.openxmlformats.org/drawingml/2006/main">
            <a:off x="7620000" y="1752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168C7E"/>
                </a:solidFill>
                <a:latin typeface="Noto Sans"/>
                <a:ea typeface="Noto Sans"/>
                <a:cs typeface="Noto Sans"/>
              </a:defRPr>
            </a:pPr>
            <a:r>
              <a:rPr sz="2100" b="1">
                <a:solidFill>
                  <a:srgbClr val="168C7E"/>
                </a:solidFill>
                <a:latin typeface="Noto Sans"/>
                <a:ea typeface="Noto Sans"/>
                <a:cs typeface="Noto Sans"/>
              </a:rPr>
              <a:t>PurpleAir VNU-HCM</a:t>
            </a:r>
          </a:p>
        </p:txBody>
      </p:sp>
      <p:sp>
        <p:nvSpPr>
          <p:cNvPr id="7" name="">
            <a:extLst xmlns:a="http://schemas.openxmlformats.org/drawingml/2006/main">
              <a:ext uri="{FF2B5EF4-FFF2-40B4-BE49-F238E27FC236}">
                <a16:creationId xmlns:a16="http://schemas.microsoft.com/office/drawing/2014/main" id="{6CF664A5-BAB8-4ED9-AD19-345925F3EC89}"/>
              </a:ext>
            </a:extLst>
          </p:cNvPr>
          <p:cNvSpPr>
            <a:spLocks xmlns:a="http://schemas.openxmlformats.org/drawingml/2006/main" noGrp="1"/>
          </p:cNvSpPr>
          <p:nvPr/>
        </p:nvSpPr>
        <p:spPr>
          <a:xfrm xmlns:a="http://schemas.openxmlformats.org/drawingml/2006/main">
            <a:off x="7620000" y="2324100"/>
            <a:ext cx="3714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Quan sát cục bộ 10 phút</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Phản ứng nhanh tại vị trí cảm biến</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Cần kiểm tra hai kênh A/B</a:t>
            </a:r>
          </a:p>
        </p:txBody>
      </p:sp>
      <p:sp>
        <p:nvSpPr>
          <p:cNvPr id="8" name="">
            <a:extLst xmlns:a="http://schemas.openxmlformats.org/drawingml/2006/main">
              <a:ext uri="{FF2B5EF4-FFF2-40B4-BE49-F238E27FC236}">
                <a16:creationId xmlns:a16="http://schemas.microsoft.com/office/drawing/2014/main" id="{8FA1ED06-F7E0-47B2-99B9-A43C96C3303A}"/>
              </a:ext>
            </a:extLst>
          </p:cNvPr>
          <p:cNvSpPr>
            <a:spLocks xmlns:a="http://schemas.openxmlformats.org/drawingml/2006/main" noGrp="1"/>
          </p:cNvSpPr>
          <p:nvPr/>
        </p:nvSpPr>
        <p:spPr>
          <a:xfrm xmlns:a="http://schemas.openxmlformats.org/drawingml/2006/main">
            <a:off x="2114550" y="4048125"/>
            <a:ext cx="1809750" cy="762000"/>
          </a:xfrm>
          <a:prstGeom xmlns:a="http://schemas.openxmlformats.org/drawingml/2006/main" prst="roundRect">
            <a:avLst>
              <a:gd name="adj" fmla="val 22500"/>
            </a:avLst>
          </a:prstGeom>
          <a:solidFill xmlns:a="http://schemas.openxmlformats.org/drawingml/2006/main">
            <a:srgbClr val="EAF3F8"/>
          </a:solidFill>
          <a:ln xmlns:a="http://schemas.openxmlformats.org/drawingml/2006/main" w="9525">
            <a:solidFill>
              <a:srgbClr val="005A9C"/>
            </a:solidFill>
          </a:ln>
        </p:spPr>
      </p:sp>
      <p:sp>
        <p:nvSpPr>
          <p:cNvPr id="9" name="">
            <a:extLst xmlns:a="http://schemas.openxmlformats.org/drawingml/2006/main">
              <a:ext uri="{FF2B5EF4-FFF2-40B4-BE49-F238E27FC236}">
                <a16:creationId xmlns:a16="http://schemas.microsoft.com/office/drawing/2014/main" id="{9B2AE435-CDDD-4827-BE1A-23F4F6E38E6B}"/>
              </a:ext>
            </a:extLst>
          </p:cNvPr>
          <p:cNvSpPr>
            <a:spLocks xmlns:a="http://schemas.openxmlformats.org/drawingml/2006/main" noGrp="1"/>
          </p:cNvSpPr>
          <p:nvPr/>
        </p:nvSpPr>
        <p:spPr>
          <a:xfrm xmlns:a="http://schemas.openxmlformats.org/drawingml/2006/main">
            <a:off x="2238375" y="42481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2344D"/>
                </a:solidFill>
                <a:latin typeface="Noto Sans"/>
                <a:ea typeface="Noto Sans"/>
                <a:cs typeface="Noto Sans"/>
              </a:defRPr>
            </a:pPr>
            <a:r>
              <a:rPr sz="1650" b="1">
                <a:solidFill>
                  <a:srgbClr val="12344D"/>
                </a:solidFill>
                <a:latin typeface="Noto Sans"/>
                <a:ea typeface="Noto Sans"/>
                <a:cs typeface="Noto Sans"/>
              </a:rPr>
              <a:t>Tín hiệu nền</a:t>
            </a:r>
          </a:p>
        </p:txBody>
      </p:sp>
      <p:sp>
        <p:nvSpPr>
          <p:cNvPr id="10" name="">
            <a:extLst xmlns:a="http://schemas.openxmlformats.org/drawingml/2006/main">
              <a:ext uri="{FF2B5EF4-FFF2-40B4-BE49-F238E27FC236}">
                <a16:creationId xmlns:a16="http://schemas.microsoft.com/office/drawing/2014/main" id="{38530846-315B-44A5-91C0-79BAB37CE5EE}"/>
              </a:ext>
            </a:extLst>
          </p:cNvPr>
          <p:cNvSpPr>
            <a:spLocks xmlns:a="http://schemas.openxmlformats.org/drawingml/2006/main" noGrp="1"/>
          </p:cNvSpPr>
          <p:nvPr/>
        </p:nvSpPr>
        <p:spPr>
          <a:xfrm xmlns:a="http://schemas.openxmlformats.org/drawingml/2006/main">
            <a:off x="8267700" y="4048125"/>
            <a:ext cx="1809750" cy="762000"/>
          </a:xfrm>
          <a:prstGeom xmlns:a="http://schemas.openxmlformats.org/drawingml/2006/main" prst="roundRect">
            <a:avLst>
              <a:gd name="adj" fmla="val 22500"/>
            </a:avLst>
          </a:prstGeom>
          <a:solidFill xmlns:a="http://schemas.openxmlformats.org/drawingml/2006/main">
            <a:srgbClr val="E8F4F1"/>
          </a:solidFill>
          <a:ln xmlns:a="http://schemas.openxmlformats.org/drawingml/2006/main" w="9525">
            <a:solidFill>
              <a:srgbClr val="168C7E"/>
            </a:solidFill>
          </a:ln>
        </p:spPr>
      </p:sp>
      <p:sp>
        <p:nvSpPr>
          <p:cNvPr id="11" name="">
            <a:extLst xmlns:a="http://schemas.openxmlformats.org/drawingml/2006/main">
              <a:ext uri="{FF2B5EF4-FFF2-40B4-BE49-F238E27FC236}">
                <a16:creationId xmlns:a16="http://schemas.microsoft.com/office/drawing/2014/main" id="{278689D5-C030-4005-8B23-90270B72AD2E}"/>
              </a:ext>
            </a:extLst>
          </p:cNvPr>
          <p:cNvSpPr>
            <a:spLocks xmlns:a="http://schemas.openxmlformats.org/drawingml/2006/main" noGrp="1"/>
          </p:cNvSpPr>
          <p:nvPr/>
        </p:nvSpPr>
        <p:spPr>
          <a:xfrm xmlns:a="http://schemas.openxmlformats.org/drawingml/2006/main">
            <a:off x="8391525" y="4248150"/>
            <a:ext cx="1562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2344D"/>
                </a:solidFill>
                <a:latin typeface="Noto Sans"/>
                <a:ea typeface="Noto Sans"/>
                <a:cs typeface="Noto Sans"/>
              </a:defRPr>
            </a:pPr>
            <a:r>
              <a:rPr sz="1650" b="1">
                <a:solidFill>
                  <a:srgbClr val="12344D"/>
                </a:solidFill>
                <a:latin typeface="Noto Sans"/>
                <a:ea typeface="Noto Sans"/>
                <a:cs typeface="Noto Sans"/>
              </a:rPr>
              <a:t>Quan sát QC</a:t>
            </a:r>
          </a:p>
        </p:txBody>
      </p:sp>
      <p:sp>
        <p:nvSpPr>
          <p:cNvPr id="12" name="">
            <a:extLst xmlns:a="http://schemas.openxmlformats.org/drawingml/2006/main">
              <a:ext uri="{FF2B5EF4-FFF2-40B4-BE49-F238E27FC236}">
                <a16:creationId xmlns:a16="http://schemas.microsoft.com/office/drawing/2014/main" id="{C9C390B3-E870-44C9-A8EC-F9A3EA596887}"/>
              </a:ext>
            </a:extLst>
          </p:cNvPr>
          <p:cNvSpPr>
            <a:spLocks xmlns:a="http://schemas.openxmlformats.org/drawingml/2006/main" noGrp="1"/>
          </p:cNvSpPr>
          <p:nvPr/>
        </p:nvSpPr>
        <p:spPr>
          <a:xfrm xmlns:a="http://schemas.openxmlformats.org/drawingml/2006/main">
            <a:off x="4953000" y="3857625"/>
            <a:ext cx="2286000" cy="1143000"/>
          </a:xfrm>
          <a:prstGeom xmlns:a="http://schemas.openxmlformats.org/drawingml/2006/main" prst="roundRect">
            <a:avLst>
              <a:gd name="adj" fmla="val 16667"/>
            </a:avLst>
          </a:prstGeom>
          <a:solidFill xmlns:a="http://schemas.openxmlformats.org/drawingml/2006/main">
            <a:srgbClr val="12344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5D98E2-1CAC-42F9-82E8-3271BB6DE1C6}"/>
              </a:ext>
            </a:extLst>
          </p:cNvPr>
          <p:cNvSpPr>
            <a:spLocks xmlns:a="http://schemas.openxmlformats.org/drawingml/2006/main" noGrp="1"/>
          </p:cNvSpPr>
          <p:nvPr/>
        </p:nvSpPr>
        <p:spPr>
          <a:xfrm xmlns:a="http://schemas.openxmlformats.org/drawingml/2006/main">
            <a:off x="5219700" y="4095750"/>
            <a:ext cx="1752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905"/>
          </a:bodyPr>
          <a:lstStyle xmlns:a="http://schemas.openxmlformats.org/drawingml/2006/main"/>
          <a:p xmlns:a="http://schemas.openxmlformats.org/drawingml/2006/main">
            <a:pPr algn="ctr">
              <a:defRPr sz="2100" b="1">
                <a:solidFill>
                  <a:srgbClr val="FFFFFF"/>
                </a:solidFill>
                <a:latin typeface="Noto Sans"/>
                <a:ea typeface="Noto Sans"/>
                <a:cs typeface="Noto Sans"/>
              </a:defRPr>
            </a:pPr>
            <a:r>
              <a:rPr sz="2100" b="1">
                <a:solidFill>
                  <a:srgbClr val="FFFFFF"/>
                </a:solidFill>
                <a:latin typeface="Noto Sans"/>
                <a:ea typeface="Noto Sans"/>
                <a:cs typeface="Noto Sans"/>
              </a:rPr>
              <a:t>ADAPTIVE</a:t>
            </a:r>
          </a:p>
          <a:p xmlns:a="http://schemas.openxmlformats.org/drawingml/2006/main">
            <a:pPr algn="ctr">
              <a:defRPr sz="2100" b="1">
                <a:solidFill>
                  <a:srgbClr val="FFFFFF"/>
                </a:solidFill>
                <a:latin typeface="Noto Sans"/>
                <a:ea typeface="Noto Sans"/>
                <a:cs typeface="Noto Sans"/>
              </a:defRPr>
            </a:pPr>
            <a:r>
              <a:rPr sz="2100" b="1">
                <a:solidFill>
                  <a:srgbClr val="FFFFFF"/>
                </a:solidFill>
                <a:latin typeface="Noto Sans"/>
                <a:ea typeface="Noto Sans"/>
                <a:cs typeface="Noto Sans"/>
              </a:rPr>
              <a:t>BIAS</a:t>
            </a:r>
          </a:p>
        </p:txBody>
      </p:sp>
      <p:cxnSp>
        <p:nvCxnSpPr>
          <p:cNvPr id="33" name=""/>
          <p:cNvCxnSpPr>
            <a:stCxn xmlns:a="http://schemas.openxmlformats.org/drawingml/2006/main" id="8" idx="3"/>
            <a:endCxn xmlns:a="http://schemas.openxmlformats.org/drawingml/2006/main" id="12" idx="1"/>
          </p:cNvCxnSpPr>
          <p:nvPr/>
        </p:nvCxnSpPr>
        <p:spPr>
          <a:xfrm xmlns:a="http://schemas.openxmlformats.org/drawingml/2006/main">
            <a:off x="3924300" y="4429125"/>
            <a:ext cx="1028700" cy="0"/>
          </a:xfrm>
          <a:prstGeom xmlns:a="http://schemas.openxmlformats.org/drawingml/2006/main" prst="straightConnector1">
            <a:avLst/>
          </a:prstGeom>
          <a:ln xmlns:a="http://schemas.openxmlformats.org/drawingml/2006/main" w="28575">
            <a:solidFill>
              <a:srgbClr val="005A9C"/>
            </a:solidFill>
            <a:tailEnd type="arrow" w="med" len="med"/>
          </a:ln>
        </p:spPr>
      </p:cxnSp>
      <p:cxnSp>
        <p:nvCxnSpPr>
          <p:cNvPr id="34" name=""/>
          <p:cNvCxnSpPr>
            <a:stCxn xmlns:a="http://schemas.openxmlformats.org/drawingml/2006/main" id="10" idx="1"/>
            <a:endCxn xmlns:a="http://schemas.openxmlformats.org/drawingml/2006/main" id="12" idx="3"/>
          </p:cNvCxnSpPr>
          <p:nvPr/>
        </p:nvCxnSpPr>
        <p:spPr>
          <a:xfrm xmlns:a="http://schemas.openxmlformats.org/drawingml/2006/main" flipH="1">
            <a:off x="7239000" y="4429125"/>
            <a:ext cx="1028700" cy="0"/>
          </a:xfrm>
          <a:prstGeom xmlns:a="http://schemas.openxmlformats.org/drawingml/2006/main" prst="straightConnector1">
            <a:avLst/>
          </a:prstGeom>
          <a:ln xmlns:a="http://schemas.openxmlformats.org/drawingml/2006/main" w="28575">
            <a:solidFill>
              <a:srgbClr val="168C7E"/>
            </a:solidFill>
            <a:tailEnd type="arrow" w="med" len="med"/>
          </a:ln>
        </p:spPr>
      </p:cxnSp>
      <p:sp>
        <p:nvSpPr>
          <p:cNvPr id="16" name="">
            <a:extLst xmlns:a="http://schemas.openxmlformats.org/drawingml/2006/main">
              <a:ext uri="{FF2B5EF4-FFF2-40B4-BE49-F238E27FC236}">
                <a16:creationId xmlns:a16="http://schemas.microsoft.com/office/drawing/2014/main" id="{EA54C656-B717-4FE5-A345-2CB20078694F}"/>
              </a:ext>
            </a:extLst>
          </p:cNvPr>
          <p:cNvSpPr>
            <a:spLocks xmlns:a="http://schemas.openxmlformats.org/drawingml/2006/main" noGrp="1"/>
          </p:cNvSpPr>
          <p:nvPr/>
        </p:nvSpPr>
        <p:spPr>
          <a:xfrm xmlns:a="http://schemas.openxmlformats.org/drawingml/2006/main">
            <a:off x="1790700" y="5467350"/>
            <a:ext cx="8610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75" b="1">
                <a:solidFill>
                  <a:srgbClr val="12344D"/>
                </a:solidFill>
                <a:latin typeface="Noto Sans"/>
                <a:ea typeface="Noto Sans"/>
                <a:cs typeface="Noto Sans"/>
              </a:defRPr>
            </a:pPr>
            <a:r>
              <a:rPr sz="1875" b="1">
                <a:solidFill>
                  <a:srgbClr val="12344D"/>
                </a:solidFill>
                <a:latin typeface="Noto Sans"/>
                <a:ea typeface="Noto Sans"/>
                <a:cs typeface="Noto Sans"/>
              </a:rPr>
              <a:t>Mục tiêu: hiệu chỉnh sai lệch cục bộ bằng phần cứng nhỏ và xác định</a:t>
            </a:r>
          </a:p>
        </p:txBody>
      </p:sp>
      <p:sp>
        <p:nvSpPr>
          <p:cNvPr id="17" name="">
            <a:extLst xmlns:a="http://schemas.openxmlformats.org/drawingml/2006/main">
              <a:ext uri="{FF2B5EF4-FFF2-40B4-BE49-F238E27FC236}">
                <a16:creationId xmlns:a16="http://schemas.microsoft.com/office/drawing/2014/main" id="{C38761B3-F747-44D3-A724-883BB4CB675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8" name="">
            <a:extLst xmlns:a="http://schemas.openxmlformats.org/drawingml/2006/main">
              <a:ext uri="{FF2B5EF4-FFF2-40B4-BE49-F238E27FC236}">
                <a16:creationId xmlns:a16="http://schemas.microsoft.com/office/drawing/2014/main" id="{0440C076-8C11-42A6-8D2C-70E1EBB71742}"/>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19" name="">
            <a:extLst xmlns:a="http://schemas.openxmlformats.org/drawingml/2006/main">
              <a:ext uri="{FF2B5EF4-FFF2-40B4-BE49-F238E27FC236}">
                <a16:creationId xmlns:a16="http://schemas.microsoft.com/office/drawing/2014/main" id="{F13DC4E7-48D0-47BA-8EBA-8A2E88698849}"/>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2</a:t>
            </a:r>
          </a:p>
        </p:txBody>
      </p:sp>
    </p:spTree>
    <p:extLst>
      <p:ext uri="{BB962C8B-B14F-4D97-AF65-F5344CB8AC3E}">
        <p14:creationId xmlns:p14="http://schemas.microsoft.com/office/powerpoint/2010/main" val="19791044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E9DEE68-7FF0-4A64-94D9-67BEA63CB9B1}"/>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HỆ THỐNG</a:t>
            </a:r>
          </a:p>
        </p:txBody>
      </p:sp>
      <p:sp>
        <p:nvSpPr>
          <p:cNvPr id="2" name="">
            <a:extLst xmlns:a="http://schemas.openxmlformats.org/drawingml/2006/main">
              <a:ext uri="{FF2B5EF4-FFF2-40B4-BE49-F238E27FC236}">
                <a16:creationId xmlns:a16="http://schemas.microsoft.com/office/drawing/2014/main" id="{1B43FEE7-F05B-4519-A33C-D7F9DC4FD8F4}"/>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Kiến trúc từ dữ liệu đến kết quả FPGA</a:t>
            </a:r>
          </a:p>
        </p:txBody>
      </p:sp>
      <p:sp>
        <p:nvSpPr>
          <p:cNvPr id="3" name="">
            <a:extLst xmlns:a="http://schemas.openxmlformats.org/drawingml/2006/main">
              <a:ext uri="{FF2B5EF4-FFF2-40B4-BE49-F238E27FC236}">
                <a16:creationId xmlns:a16="http://schemas.microsoft.com/office/drawing/2014/main" id="{14EC68AC-1E95-4E97-AFFD-CD414EBB9E97}"/>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05EDE054-9C8D-4259-A2BE-585CA8D69857}"/>
              </a:ext>
            </a:extLst>
          </p:cNvPr>
          <p:cNvSpPr>
            <a:spLocks xmlns:a="http://schemas.openxmlformats.org/drawingml/2006/main" noGrp="1"/>
          </p:cNvSpPr>
          <p:nvPr/>
        </p:nvSpPr>
        <p:spPr>
          <a:xfrm xmlns:a="http://schemas.openxmlformats.org/drawingml/2006/main">
            <a:off x="685800" y="2143125"/>
            <a:ext cx="1638300" cy="1104900"/>
          </a:xfrm>
          <a:prstGeom xmlns:a="http://schemas.openxmlformats.org/drawingml/2006/main" prst="roundRect">
            <a:avLst>
              <a:gd name="adj" fmla="val 15517"/>
            </a:avLst>
          </a:prstGeom>
          <a:solidFill xmlns:a="http://schemas.openxmlformats.org/drawingml/2006/main">
            <a:srgbClr val="EAF3F8"/>
          </a:solidFill>
          <a:ln xmlns:a="http://schemas.openxmlformats.org/drawingml/2006/main" w="9525">
            <a:solidFill>
              <a:srgbClr val="005A9C"/>
            </a:solidFill>
          </a:ln>
        </p:spPr>
      </p:sp>
      <p:sp>
        <p:nvSpPr>
          <p:cNvPr id="5" name="">
            <a:extLst xmlns:a="http://schemas.openxmlformats.org/drawingml/2006/main">
              <a:ext uri="{FF2B5EF4-FFF2-40B4-BE49-F238E27FC236}">
                <a16:creationId xmlns:a16="http://schemas.microsoft.com/office/drawing/2014/main" id="{11A175A9-63D6-4F0D-A3C1-F3D90EEDF272}"/>
              </a:ext>
            </a:extLst>
          </p:cNvPr>
          <p:cNvSpPr>
            <a:spLocks xmlns:a="http://schemas.openxmlformats.org/drawingml/2006/main" noGrp="1"/>
          </p:cNvSpPr>
          <p:nvPr/>
        </p:nvSpPr>
        <p:spPr>
          <a:xfrm xmlns:a="http://schemas.openxmlformats.org/drawingml/2006/main">
            <a:off x="781050" y="2362200"/>
            <a:ext cx="1447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CAMS</a:t>
            </a:r>
          </a:p>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PurpleAir</a:t>
            </a:r>
          </a:p>
        </p:txBody>
      </p:sp>
      <p:sp>
        <p:nvSpPr>
          <p:cNvPr id="6" name="">
            <a:extLst xmlns:a="http://schemas.openxmlformats.org/drawingml/2006/main">
              <a:ext uri="{FF2B5EF4-FFF2-40B4-BE49-F238E27FC236}">
                <a16:creationId xmlns:a16="http://schemas.microsoft.com/office/drawing/2014/main" id="{84E88F12-194C-4CD2-8368-816D952B11E9}"/>
              </a:ext>
            </a:extLst>
          </p:cNvPr>
          <p:cNvSpPr>
            <a:spLocks xmlns:a="http://schemas.openxmlformats.org/drawingml/2006/main" noGrp="1"/>
          </p:cNvSpPr>
          <p:nvPr/>
        </p:nvSpPr>
        <p:spPr>
          <a:xfrm xmlns:a="http://schemas.openxmlformats.org/drawingml/2006/main">
            <a:off x="2705100" y="2143125"/>
            <a:ext cx="1809750" cy="1104900"/>
          </a:xfrm>
          <a:prstGeom xmlns:a="http://schemas.openxmlformats.org/drawingml/2006/main" prst="roundRect">
            <a:avLst>
              <a:gd name="adj" fmla="val 15517"/>
            </a:avLst>
          </a:prstGeom>
          <a:solidFill xmlns:a="http://schemas.openxmlformats.org/drawingml/2006/main">
            <a:srgbClr val="F5F8FA"/>
          </a:solidFill>
          <a:ln xmlns:a="http://schemas.openxmlformats.org/drawingml/2006/main" w="9525">
            <a:solidFill>
              <a:srgbClr val="008ECC"/>
            </a:solidFill>
          </a:ln>
        </p:spPr>
      </p:sp>
      <p:sp>
        <p:nvSpPr>
          <p:cNvPr id="7" name="">
            <a:extLst xmlns:a="http://schemas.openxmlformats.org/drawingml/2006/main">
              <a:ext uri="{FF2B5EF4-FFF2-40B4-BE49-F238E27FC236}">
                <a16:creationId xmlns:a16="http://schemas.microsoft.com/office/drawing/2014/main" id="{7052EBA2-87C8-4B96-99C9-0135372E2E84}"/>
              </a:ext>
            </a:extLst>
          </p:cNvPr>
          <p:cNvSpPr>
            <a:spLocks xmlns:a="http://schemas.openxmlformats.org/drawingml/2006/main" noGrp="1"/>
          </p:cNvSpPr>
          <p:nvPr/>
        </p:nvSpPr>
        <p:spPr>
          <a:xfrm xmlns:a="http://schemas.openxmlformats.org/drawingml/2006/main">
            <a:off x="2800350" y="23622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Thu thập</a:t>
            </a:r>
          </a:p>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và QC</a:t>
            </a:r>
          </a:p>
        </p:txBody>
      </p:sp>
      <p:sp>
        <p:nvSpPr>
          <p:cNvPr id="8" name="">
            <a:extLst xmlns:a="http://schemas.openxmlformats.org/drawingml/2006/main">
              <a:ext uri="{FF2B5EF4-FFF2-40B4-BE49-F238E27FC236}">
                <a16:creationId xmlns:a16="http://schemas.microsoft.com/office/drawing/2014/main" id="{440AB8A2-9D5C-497D-81D1-5AB0C4ADD0A1}"/>
              </a:ext>
            </a:extLst>
          </p:cNvPr>
          <p:cNvSpPr>
            <a:spLocks xmlns:a="http://schemas.openxmlformats.org/drawingml/2006/main" noGrp="1"/>
          </p:cNvSpPr>
          <p:nvPr/>
        </p:nvSpPr>
        <p:spPr>
          <a:xfrm xmlns:a="http://schemas.openxmlformats.org/drawingml/2006/main">
            <a:off x="4895850" y="2143125"/>
            <a:ext cx="1809750" cy="1104900"/>
          </a:xfrm>
          <a:prstGeom xmlns:a="http://schemas.openxmlformats.org/drawingml/2006/main" prst="roundRect">
            <a:avLst>
              <a:gd name="adj" fmla="val 15517"/>
            </a:avLst>
          </a:prstGeom>
          <a:solidFill xmlns:a="http://schemas.openxmlformats.org/drawingml/2006/main">
            <a:srgbClr val="F5F8FA"/>
          </a:solidFill>
          <a:ln xmlns:a="http://schemas.openxmlformats.org/drawingml/2006/main" w="9525">
            <a:solidFill>
              <a:srgbClr val="008ECC"/>
            </a:solidFill>
          </a:ln>
        </p:spPr>
      </p:sp>
      <p:sp>
        <p:nvSpPr>
          <p:cNvPr id="9" name="">
            <a:extLst xmlns:a="http://schemas.openxmlformats.org/drawingml/2006/main">
              <a:ext uri="{FF2B5EF4-FFF2-40B4-BE49-F238E27FC236}">
                <a16:creationId xmlns:a16="http://schemas.microsoft.com/office/drawing/2014/main" id="{740B765E-BC62-4DE6-BC81-B71F22450D42}"/>
              </a:ext>
            </a:extLst>
          </p:cNvPr>
          <p:cNvSpPr>
            <a:spLocks xmlns:a="http://schemas.openxmlformats.org/drawingml/2006/main" noGrp="1"/>
          </p:cNvSpPr>
          <p:nvPr/>
        </p:nvSpPr>
        <p:spPr>
          <a:xfrm xmlns:a="http://schemas.openxmlformats.org/drawingml/2006/main">
            <a:off x="4991100" y="23622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63"/>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Golden model</a:t>
            </a:r>
          </a:p>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fixed-point</a:t>
            </a:r>
          </a:p>
        </p:txBody>
      </p:sp>
      <p:sp>
        <p:nvSpPr>
          <p:cNvPr id="10" name="">
            <a:extLst xmlns:a="http://schemas.openxmlformats.org/drawingml/2006/main">
              <a:ext uri="{FF2B5EF4-FFF2-40B4-BE49-F238E27FC236}">
                <a16:creationId xmlns:a16="http://schemas.microsoft.com/office/drawing/2014/main" id="{75EA5A8B-9F20-4896-87D7-093EE0A9BABE}"/>
              </a:ext>
            </a:extLst>
          </p:cNvPr>
          <p:cNvSpPr>
            <a:spLocks xmlns:a="http://schemas.openxmlformats.org/drawingml/2006/main" noGrp="1"/>
          </p:cNvSpPr>
          <p:nvPr/>
        </p:nvSpPr>
        <p:spPr>
          <a:xfrm xmlns:a="http://schemas.openxmlformats.org/drawingml/2006/main">
            <a:off x="7086600" y="2143125"/>
            <a:ext cx="1809750" cy="1104900"/>
          </a:xfrm>
          <a:prstGeom xmlns:a="http://schemas.openxmlformats.org/drawingml/2006/main" prst="roundRect">
            <a:avLst>
              <a:gd name="adj" fmla="val 15517"/>
            </a:avLst>
          </a:prstGeom>
          <a:solidFill xmlns:a="http://schemas.openxmlformats.org/drawingml/2006/main">
            <a:srgbClr val="F5F8FA"/>
          </a:solidFill>
          <a:ln xmlns:a="http://schemas.openxmlformats.org/drawingml/2006/main" w="9525">
            <a:solidFill>
              <a:srgbClr val="168C7E"/>
            </a:solidFill>
          </a:ln>
        </p:spPr>
      </p:sp>
      <p:sp>
        <p:nvSpPr>
          <p:cNvPr id="11" name="">
            <a:extLst xmlns:a="http://schemas.openxmlformats.org/drawingml/2006/main">
              <a:ext uri="{FF2B5EF4-FFF2-40B4-BE49-F238E27FC236}">
                <a16:creationId xmlns:a16="http://schemas.microsoft.com/office/drawing/2014/main" id="{DB2F03D5-50DB-4D08-9DC9-EECAB5EC971C}"/>
              </a:ext>
            </a:extLst>
          </p:cNvPr>
          <p:cNvSpPr>
            <a:spLocks xmlns:a="http://schemas.openxmlformats.org/drawingml/2006/main" noGrp="1"/>
          </p:cNvSpPr>
          <p:nvPr/>
        </p:nvSpPr>
        <p:spPr>
          <a:xfrm xmlns:a="http://schemas.openxmlformats.org/drawingml/2006/main">
            <a:off x="7181850" y="23622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UART</a:t>
            </a:r>
          </a:p>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9B / 10B</a:t>
            </a:r>
          </a:p>
        </p:txBody>
      </p:sp>
      <p:sp>
        <p:nvSpPr>
          <p:cNvPr id="12" name="">
            <a:extLst xmlns:a="http://schemas.openxmlformats.org/drawingml/2006/main">
              <a:ext uri="{FF2B5EF4-FFF2-40B4-BE49-F238E27FC236}">
                <a16:creationId xmlns:a16="http://schemas.microsoft.com/office/drawing/2014/main" id="{500396E7-765D-48F3-954A-90B87C122277}"/>
              </a:ext>
            </a:extLst>
          </p:cNvPr>
          <p:cNvSpPr>
            <a:spLocks xmlns:a="http://schemas.openxmlformats.org/drawingml/2006/main" noGrp="1"/>
          </p:cNvSpPr>
          <p:nvPr/>
        </p:nvSpPr>
        <p:spPr>
          <a:xfrm xmlns:a="http://schemas.openxmlformats.org/drawingml/2006/main">
            <a:off x="9277350" y="2143125"/>
            <a:ext cx="2114550" cy="1104900"/>
          </a:xfrm>
          <a:prstGeom xmlns:a="http://schemas.openxmlformats.org/drawingml/2006/main" prst="roundRect">
            <a:avLst>
              <a:gd name="adj" fmla="val 15517"/>
            </a:avLst>
          </a:prstGeom>
          <a:solidFill xmlns:a="http://schemas.openxmlformats.org/drawingml/2006/main">
            <a:srgbClr val="12344D"/>
          </a:solidFill>
          <a:ln xmlns:a="http://schemas.openxmlformats.org/drawingml/2006/main" w="9525">
            <a:solidFill>
              <a:srgbClr val="12344D"/>
            </a:solidFill>
          </a:ln>
        </p:spPr>
      </p:sp>
      <p:sp>
        <p:nvSpPr>
          <p:cNvPr id="13" name="">
            <a:extLst xmlns:a="http://schemas.openxmlformats.org/drawingml/2006/main">
              <a:ext uri="{FF2B5EF4-FFF2-40B4-BE49-F238E27FC236}">
                <a16:creationId xmlns:a16="http://schemas.microsoft.com/office/drawing/2014/main" id="{32BD2722-8A45-4D85-95FB-E38057D55228}"/>
              </a:ext>
            </a:extLst>
          </p:cNvPr>
          <p:cNvSpPr>
            <a:spLocks xmlns:a="http://schemas.openxmlformats.org/drawingml/2006/main" noGrp="1"/>
          </p:cNvSpPr>
          <p:nvPr/>
        </p:nvSpPr>
        <p:spPr>
          <a:xfrm xmlns:a="http://schemas.openxmlformats.org/drawingml/2006/main">
            <a:off x="9372600" y="2362200"/>
            <a:ext cx="1924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Tang Nano 9K</a:t>
            </a:r>
          </a:p>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PM2.5 core</a:t>
            </a:r>
          </a:p>
        </p:txBody>
      </p:sp>
      <p:cxnSp>
        <p:nvCxnSpPr>
          <p:cNvPr id="40" name=""/>
          <p:cNvCxnSpPr>
            <a:stCxn xmlns:a="http://schemas.openxmlformats.org/drawingml/2006/main" id="4" idx="3"/>
            <a:endCxn xmlns:a="http://schemas.openxmlformats.org/drawingml/2006/main" id="6" idx="1"/>
          </p:cNvCxnSpPr>
          <p:nvPr/>
        </p:nvCxnSpPr>
        <p:spPr>
          <a:xfrm xmlns:a="http://schemas.openxmlformats.org/drawingml/2006/main">
            <a:off x="2324100" y="2695575"/>
            <a:ext cx="381000" cy="0"/>
          </a:xfrm>
          <a:prstGeom xmlns:a="http://schemas.openxmlformats.org/drawingml/2006/main" prst="straightConnector1">
            <a:avLst/>
          </a:prstGeom>
          <a:ln xmlns:a="http://schemas.openxmlformats.org/drawingml/2006/main" w="23813">
            <a:solidFill>
              <a:srgbClr val="647681"/>
            </a:solidFill>
            <a:tailEnd type="arrow" w="med" len="med"/>
          </a:ln>
        </p:spPr>
      </p:cxnSp>
      <p:cxnSp>
        <p:nvCxnSpPr>
          <p:cNvPr id="41" name=""/>
          <p:cNvCxnSpPr>
            <a:stCxn xmlns:a="http://schemas.openxmlformats.org/drawingml/2006/main" id="6" idx="3"/>
            <a:endCxn xmlns:a="http://schemas.openxmlformats.org/drawingml/2006/main" id="8" idx="1"/>
          </p:cNvCxnSpPr>
          <p:nvPr/>
        </p:nvCxnSpPr>
        <p:spPr>
          <a:xfrm xmlns:a="http://schemas.openxmlformats.org/drawingml/2006/main">
            <a:off x="4514850" y="2695575"/>
            <a:ext cx="381000" cy="0"/>
          </a:xfrm>
          <a:prstGeom xmlns:a="http://schemas.openxmlformats.org/drawingml/2006/main" prst="straightConnector1">
            <a:avLst/>
          </a:prstGeom>
          <a:ln xmlns:a="http://schemas.openxmlformats.org/drawingml/2006/main" w="23813">
            <a:solidFill>
              <a:srgbClr val="647681"/>
            </a:solidFill>
            <a:tailEnd type="arrow" w="med" len="med"/>
          </a:ln>
        </p:spPr>
      </p:cxnSp>
      <p:cxnSp>
        <p:nvCxnSpPr>
          <p:cNvPr id="42" name=""/>
          <p:cNvCxnSpPr>
            <a:stCxn xmlns:a="http://schemas.openxmlformats.org/drawingml/2006/main" id="8" idx="3"/>
            <a:endCxn xmlns:a="http://schemas.openxmlformats.org/drawingml/2006/main" id="10" idx="1"/>
          </p:cNvCxnSpPr>
          <p:nvPr/>
        </p:nvCxnSpPr>
        <p:spPr>
          <a:xfrm xmlns:a="http://schemas.openxmlformats.org/drawingml/2006/main">
            <a:off x="6705600" y="2695575"/>
            <a:ext cx="381000" cy="0"/>
          </a:xfrm>
          <a:prstGeom xmlns:a="http://schemas.openxmlformats.org/drawingml/2006/main" prst="straightConnector1">
            <a:avLst/>
          </a:prstGeom>
          <a:ln xmlns:a="http://schemas.openxmlformats.org/drawingml/2006/main" w="23813">
            <a:solidFill>
              <a:srgbClr val="647681"/>
            </a:solidFill>
            <a:tailEnd type="arrow" w="med" len="med"/>
          </a:ln>
        </p:spPr>
      </p:cxnSp>
      <p:cxnSp>
        <p:nvCxnSpPr>
          <p:cNvPr id="43" name=""/>
          <p:cNvCxnSpPr>
            <a:stCxn xmlns:a="http://schemas.openxmlformats.org/drawingml/2006/main" id="10" idx="3"/>
            <a:endCxn xmlns:a="http://schemas.openxmlformats.org/drawingml/2006/main" id="12" idx="1"/>
          </p:cNvCxnSpPr>
          <p:nvPr/>
        </p:nvCxnSpPr>
        <p:spPr>
          <a:xfrm xmlns:a="http://schemas.openxmlformats.org/drawingml/2006/main">
            <a:off x="8896350" y="2695575"/>
            <a:ext cx="381000" cy="0"/>
          </a:xfrm>
          <a:prstGeom xmlns:a="http://schemas.openxmlformats.org/drawingml/2006/main" prst="straightConnector1">
            <a:avLst/>
          </a:prstGeom>
          <a:ln xmlns:a="http://schemas.openxmlformats.org/drawingml/2006/main" w="23813">
            <a:solidFill>
              <a:srgbClr val="647681"/>
            </a:solidFill>
            <a:tailEnd type="arrow" w="med" len="med"/>
          </a:ln>
        </p:spPr>
      </p:cxnSp>
      <p:sp>
        <p:nvSpPr>
          <p:cNvPr id="18" name="">
            <a:extLst xmlns:a="http://schemas.openxmlformats.org/drawingml/2006/main">
              <a:ext uri="{FF2B5EF4-FFF2-40B4-BE49-F238E27FC236}">
                <a16:creationId xmlns:a16="http://schemas.microsoft.com/office/drawing/2014/main" id="{1D3504C4-2BB7-4F8F-A2B6-D963E8DC00A1}"/>
              </a:ext>
            </a:extLst>
          </p:cNvPr>
          <p:cNvSpPr>
            <a:spLocks xmlns:a="http://schemas.openxmlformats.org/drawingml/2006/main" noGrp="1"/>
          </p:cNvSpPr>
          <p:nvPr/>
        </p:nvSpPr>
        <p:spPr>
          <a:xfrm xmlns:a="http://schemas.openxmlformats.org/drawingml/2006/main">
            <a:off x="685800" y="36671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005A9C"/>
                </a:solidFill>
                <a:latin typeface="Noto Sans"/>
                <a:ea typeface="Noto Sans"/>
                <a:cs typeface="Noto Sans"/>
              </a:defRPr>
            </a:pPr>
            <a:r>
              <a:rPr sz="1350" b="1">
                <a:solidFill>
                  <a:srgbClr val="005A9C"/>
                </a:solidFill>
                <a:latin typeface="Noto Sans"/>
                <a:ea typeface="Noto Sans"/>
                <a:cs typeface="Noto Sans"/>
              </a:rPr>
              <a:t>Dữ liệu và state</a:t>
            </a:r>
          </a:p>
        </p:txBody>
      </p:sp>
      <p:sp>
        <p:nvSpPr>
          <p:cNvPr id="19" name="">
            <a:extLst xmlns:a="http://schemas.openxmlformats.org/drawingml/2006/main">
              <a:ext uri="{FF2B5EF4-FFF2-40B4-BE49-F238E27FC236}">
                <a16:creationId xmlns:a16="http://schemas.microsoft.com/office/drawing/2014/main" id="{C3E542F0-5447-4B44-9308-127A334815C2}"/>
              </a:ext>
            </a:extLst>
          </p:cNvPr>
          <p:cNvSpPr>
            <a:spLocks xmlns:a="http://schemas.openxmlformats.org/drawingml/2006/main" noGrp="1"/>
          </p:cNvSpPr>
          <p:nvPr/>
        </p:nvSpPr>
        <p:spPr>
          <a:xfrm xmlns:a="http://schemas.openxmlformats.org/drawingml/2006/main">
            <a:off x="685800" y="4048125"/>
            <a:ext cx="4876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D2A32"/>
                </a:solidFill>
                <a:latin typeface="Noto Sans"/>
                <a:ea typeface="Noto Sans"/>
                <a:cs typeface="Noto Sans"/>
              </a:defRPr>
            </a:pPr>
            <a:r>
              <a:rPr sz="1575" b="0">
                <a:solidFill>
                  <a:srgbClr val="1D2A32"/>
                </a:solidFill>
                <a:latin typeface="Noto Sans"/>
                <a:ea typeface="Noto Sans"/>
                <a:cs typeface="Noto Sans"/>
              </a:rPr>
              <a:t>Pipeline giữ nguyên raw. CAMS là timeline chính. Hệ thống ghi state atomically và replay khi lịch sử thay đổi.</a:t>
            </a:r>
          </a:p>
        </p:txBody>
      </p:sp>
      <p:sp>
        <p:nvSpPr>
          <p:cNvPr id="20" name="">
            <a:extLst xmlns:a="http://schemas.openxmlformats.org/drawingml/2006/main">
              <a:ext uri="{FF2B5EF4-FFF2-40B4-BE49-F238E27FC236}">
                <a16:creationId xmlns:a16="http://schemas.microsoft.com/office/drawing/2014/main" id="{AC985025-3F33-4ED7-919A-7A78D3501CEB}"/>
              </a:ext>
            </a:extLst>
          </p:cNvPr>
          <p:cNvSpPr>
            <a:spLocks xmlns:a="http://schemas.openxmlformats.org/drawingml/2006/main" noGrp="1"/>
          </p:cNvSpPr>
          <p:nvPr/>
        </p:nvSpPr>
        <p:spPr>
          <a:xfrm xmlns:a="http://schemas.openxmlformats.org/drawingml/2006/main">
            <a:off x="6019800" y="3648075"/>
            <a:ext cx="0" cy="1657350"/>
          </a:xfrm>
          <a:prstGeom xmlns:a="http://schemas.openxmlformats.org/drawingml/2006/main" prst="line">
            <a:avLst/>
          </a:prstGeom>
          <a:noFill xmlns:a="http://schemas.openxmlformats.org/drawingml/2006/main"/>
          <a:ln xmlns:a="http://schemas.openxmlformats.org/drawingml/2006/main" w="19050">
            <a:solidFill>
              <a:srgbClr val="C8D5DC"/>
            </a:solidFill>
          </a:ln>
        </p:spPr>
      </p:sp>
      <p:sp>
        <p:nvSpPr>
          <p:cNvPr id="21" name="">
            <a:extLst xmlns:a="http://schemas.openxmlformats.org/drawingml/2006/main">
              <a:ext uri="{FF2B5EF4-FFF2-40B4-BE49-F238E27FC236}">
                <a16:creationId xmlns:a16="http://schemas.microsoft.com/office/drawing/2014/main" id="{24195B53-0DA2-4C22-9031-D1EB2CDD48A1}"/>
              </a:ext>
            </a:extLst>
          </p:cNvPr>
          <p:cNvSpPr>
            <a:spLocks xmlns:a="http://schemas.openxmlformats.org/drawingml/2006/main" noGrp="1"/>
          </p:cNvSpPr>
          <p:nvPr/>
        </p:nvSpPr>
        <p:spPr>
          <a:xfrm xmlns:a="http://schemas.openxmlformats.org/drawingml/2006/main">
            <a:off x="6477000" y="36671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68C7E"/>
                </a:solidFill>
                <a:latin typeface="Noto Sans"/>
                <a:ea typeface="Noto Sans"/>
                <a:cs typeface="Noto Sans"/>
              </a:defRPr>
            </a:pPr>
            <a:r>
              <a:rPr sz="1350" b="1">
                <a:solidFill>
                  <a:srgbClr val="168C7E"/>
                </a:solidFill>
                <a:latin typeface="Noto Sans"/>
                <a:ea typeface="Noto Sans"/>
                <a:cs typeface="Noto Sans"/>
              </a:rPr>
              <a:t>Ranh giới phần cứng</a:t>
            </a:r>
          </a:p>
        </p:txBody>
      </p:sp>
      <p:sp>
        <p:nvSpPr>
          <p:cNvPr id="22" name="">
            <a:extLst xmlns:a="http://schemas.openxmlformats.org/drawingml/2006/main">
              <a:ext uri="{FF2B5EF4-FFF2-40B4-BE49-F238E27FC236}">
                <a16:creationId xmlns:a16="http://schemas.microsoft.com/office/drawing/2014/main" id="{C0241B3A-C3D3-400B-91ED-055EA059BBD3}"/>
              </a:ext>
            </a:extLst>
          </p:cNvPr>
          <p:cNvSpPr>
            <a:spLocks xmlns:a="http://schemas.openxmlformats.org/drawingml/2006/main" noGrp="1"/>
          </p:cNvSpPr>
          <p:nvPr/>
        </p:nvSpPr>
        <p:spPr>
          <a:xfrm xmlns:a="http://schemas.openxmlformats.org/drawingml/2006/main">
            <a:off x="6477000" y="4048125"/>
            <a:ext cx="44577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D2A32"/>
                </a:solidFill>
                <a:latin typeface="Noto Sans"/>
                <a:ea typeface="Noto Sans"/>
                <a:cs typeface="Noto Sans"/>
              </a:defRPr>
            </a:pPr>
            <a:r>
              <a:rPr sz="1575" b="0">
                <a:solidFill>
                  <a:srgbClr val="1D2A32"/>
                </a:solidFill>
                <a:latin typeface="Noto Sans"/>
                <a:ea typeface="Noto Sans"/>
                <a:cs typeface="Noto Sans"/>
              </a:rPr>
              <a:t>Python chuẩn bị dữ liệu và làm chuẩn tham chiếu. RTL chỉ thực hiện thuật toán đã đóng băng.</a:t>
            </a:r>
          </a:p>
        </p:txBody>
      </p:sp>
      <p:sp>
        <p:nvSpPr>
          <p:cNvPr id="23" name="">
            <a:extLst xmlns:a="http://schemas.openxmlformats.org/drawingml/2006/main">
              <a:ext uri="{FF2B5EF4-FFF2-40B4-BE49-F238E27FC236}">
                <a16:creationId xmlns:a16="http://schemas.microsoft.com/office/drawing/2014/main" id="{E3F9E308-B446-4478-AF1C-45C594C37097}"/>
              </a:ext>
            </a:extLst>
          </p:cNvPr>
          <p:cNvSpPr>
            <a:spLocks xmlns:a="http://schemas.openxmlformats.org/drawingml/2006/main" noGrp="1"/>
          </p:cNvSpPr>
          <p:nvPr/>
        </p:nvSpPr>
        <p:spPr>
          <a:xfrm xmlns:a="http://schemas.openxmlformats.org/drawingml/2006/main">
            <a:off x="1762125" y="5572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2344D"/>
                </a:solidFill>
                <a:latin typeface="Noto Sans"/>
                <a:ea typeface="Noto Sans"/>
                <a:cs typeface="Noto Sans"/>
              </a:defRPr>
            </a:pPr>
            <a:r>
              <a:rPr sz="1800" b="1">
                <a:solidFill>
                  <a:srgbClr val="12344D"/>
                </a:solidFill>
                <a:latin typeface="Noto Sans"/>
                <a:ea typeface="Noto Sans"/>
                <a:cs typeface="Noto Sans"/>
              </a:rPr>
              <a:t>Ba chuỗi độc lập: CAMS, PurpleAir và fused hardware-aligned</a:t>
            </a:r>
          </a:p>
        </p:txBody>
      </p:sp>
      <p:sp>
        <p:nvSpPr>
          <p:cNvPr id="24" name="">
            <a:extLst xmlns:a="http://schemas.openxmlformats.org/drawingml/2006/main">
              <a:ext uri="{FF2B5EF4-FFF2-40B4-BE49-F238E27FC236}">
                <a16:creationId xmlns:a16="http://schemas.microsoft.com/office/drawing/2014/main" id="{5188AF0C-9571-490B-A04B-6864EED6877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25" name="">
            <a:extLst xmlns:a="http://schemas.openxmlformats.org/drawingml/2006/main">
              <a:ext uri="{FF2B5EF4-FFF2-40B4-BE49-F238E27FC236}">
                <a16:creationId xmlns:a16="http://schemas.microsoft.com/office/drawing/2014/main" id="{D90079ED-3539-4B35-84A2-C640F961F8F0}"/>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26" name="">
            <a:extLst xmlns:a="http://schemas.openxmlformats.org/drawingml/2006/main">
              <a:ext uri="{FF2B5EF4-FFF2-40B4-BE49-F238E27FC236}">
                <a16:creationId xmlns:a16="http://schemas.microsoft.com/office/drawing/2014/main" id="{A1CD7AA8-F764-4688-A60E-7508274355ED}"/>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3</a:t>
            </a:r>
          </a:p>
        </p:txBody>
      </p:sp>
    </p:spTree>
    <p:extLst>
      <p:ext uri="{BB962C8B-B14F-4D97-AF65-F5344CB8AC3E}">
        <p14:creationId xmlns:p14="http://schemas.microsoft.com/office/powerpoint/2010/main" val="20886581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2F1B3DE-D14A-415B-AC28-7FB58C2D9749}"/>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LÕI IP</a:t>
            </a:r>
          </a:p>
        </p:txBody>
      </p:sp>
      <p:sp>
        <p:nvSpPr>
          <p:cNvPr id="2" name="">
            <a:extLst xmlns:a="http://schemas.openxmlformats.org/drawingml/2006/main">
              <a:ext uri="{FF2B5EF4-FFF2-40B4-BE49-F238E27FC236}">
                <a16:creationId xmlns:a16="http://schemas.microsoft.com/office/drawing/2014/main" id="{1D75F1FE-981C-4A93-8D31-58BD5E126F93}"/>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Adaptive bias ánh xạ trực tiếp sang fixed-point RTL</a:t>
            </a:r>
          </a:p>
        </p:txBody>
      </p:sp>
      <p:sp>
        <p:nvSpPr>
          <p:cNvPr id="3" name="">
            <a:extLst xmlns:a="http://schemas.openxmlformats.org/drawingml/2006/main">
              <a:ext uri="{FF2B5EF4-FFF2-40B4-BE49-F238E27FC236}">
                <a16:creationId xmlns:a16="http://schemas.microsoft.com/office/drawing/2014/main" id="{B8E798DE-F0DB-483E-8ED3-1BD630D10C43}"/>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CD76D17F-24F4-4338-86F1-C05D7451231A}"/>
              </a:ext>
            </a:extLst>
          </p:cNvPr>
          <p:cNvSpPr>
            <a:spLocks xmlns:a="http://schemas.openxmlformats.org/drawingml/2006/main" noGrp="1"/>
          </p:cNvSpPr>
          <p:nvPr/>
        </p:nvSpPr>
        <p:spPr>
          <a:xfrm xmlns:a="http://schemas.openxmlformats.org/drawingml/2006/main">
            <a:off x="685800" y="1657350"/>
            <a:ext cx="7086600" cy="3143250"/>
          </a:xfrm>
          <a:prstGeom xmlns:a="http://schemas.openxmlformats.org/drawingml/2006/main" prst="roundRect">
            <a:avLst>
              <a:gd name="adj" fmla="val 6667"/>
            </a:avLst>
          </a:prstGeom>
          <a:solidFill xmlns:a="http://schemas.openxmlformats.org/drawingml/2006/main">
            <a:srgbClr val="F5F8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A2B5F6-43F0-4FB1-A129-5869C167ECD0}"/>
              </a:ext>
            </a:extLst>
          </p:cNvPr>
          <p:cNvSpPr>
            <a:spLocks xmlns:a="http://schemas.openxmlformats.org/drawingml/2006/main" noGrp="1"/>
          </p:cNvSpPr>
          <p:nvPr/>
        </p:nvSpPr>
        <p:spPr>
          <a:xfrm xmlns:a="http://schemas.openxmlformats.org/drawingml/2006/main">
            <a:off x="1066800" y="1952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12344D"/>
                </a:solidFill>
                <a:latin typeface="DejaVu Sans Mono"/>
                <a:ea typeface="DejaVu Sans Mono"/>
                <a:cs typeface="DejaVu Sans Mono"/>
              </a:defRPr>
            </a:pPr>
            <a:r>
              <a:rPr sz="1950" b="1">
                <a:solidFill>
                  <a:srgbClr val="12344D"/>
                </a:solidFill>
                <a:latin typeface="DejaVu Sans Mono"/>
                <a:ea typeface="DejaVu Sans Mono"/>
                <a:cs typeface="DejaVu Sans Mono"/>
              </a:rPr>
              <a:t>residual[t] = PurpleAir[t] − CAMS[t]</a:t>
            </a:r>
          </a:p>
        </p:txBody>
      </p:sp>
      <p:sp>
        <p:nvSpPr>
          <p:cNvPr id="6" name="">
            <a:extLst xmlns:a="http://schemas.openxmlformats.org/drawingml/2006/main">
              <a:ext uri="{FF2B5EF4-FFF2-40B4-BE49-F238E27FC236}">
                <a16:creationId xmlns:a16="http://schemas.microsoft.com/office/drawing/2014/main" id="{F4B61B81-B0D3-40BE-A052-A3FAE879C37D}"/>
              </a:ext>
            </a:extLst>
          </p:cNvPr>
          <p:cNvSpPr>
            <a:spLocks xmlns:a="http://schemas.openxmlformats.org/drawingml/2006/main" noGrp="1"/>
          </p:cNvSpPr>
          <p:nvPr/>
        </p:nvSpPr>
        <p:spPr>
          <a:xfrm xmlns:a="http://schemas.openxmlformats.org/drawingml/2006/main">
            <a:off x="1066800" y="25717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2344D"/>
                </a:solidFill>
                <a:latin typeface="DejaVu Sans Mono"/>
                <a:ea typeface="DejaVu Sans Mono"/>
                <a:cs typeface="DejaVu Sans Mono"/>
              </a:defRPr>
            </a:pPr>
            <a:r>
              <a:rPr sz="1875" b="1">
                <a:solidFill>
                  <a:srgbClr val="12344D"/>
                </a:solidFill>
                <a:latin typeface="DejaVu Sans Mono"/>
                <a:ea typeface="DejaVu Sans Mono"/>
                <a:cs typeface="DejaVu Sans Mono"/>
              </a:rPr>
              <a:t>error[t] = residual[t] − bias_before[t]</a:t>
            </a:r>
          </a:p>
        </p:txBody>
      </p:sp>
      <p:sp>
        <p:nvSpPr>
          <p:cNvPr id="7" name="">
            <a:extLst xmlns:a="http://schemas.openxmlformats.org/drawingml/2006/main">
              <a:ext uri="{FF2B5EF4-FFF2-40B4-BE49-F238E27FC236}">
                <a16:creationId xmlns:a16="http://schemas.microsoft.com/office/drawing/2014/main" id="{CE9D2AEC-E299-48C3-A3E6-04A4E1336DD8}"/>
              </a:ext>
            </a:extLst>
          </p:cNvPr>
          <p:cNvSpPr>
            <a:spLocks xmlns:a="http://schemas.openxmlformats.org/drawingml/2006/main" noGrp="1"/>
          </p:cNvSpPr>
          <p:nvPr/>
        </p:nvSpPr>
        <p:spPr>
          <a:xfrm xmlns:a="http://schemas.openxmlformats.org/drawingml/2006/main">
            <a:off x="1066800" y="31908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005A9C"/>
                </a:solidFill>
                <a:latin typeface="DejaVu Sans Mono"/>
                <a:ea typeface="DejaVu Sans Mono"/>
                <a:cs typeface="DejaVu Sans Mono"/>
              </a:defRPr>
            </a:pPr>
            <a:r>
              <a:rPr sz="2025" b="1">
                <a:solidFill>
                  <a:srgbClr val="005A9C"/>
                </a:solidFill>
                <a:latin typeface="DejaVu Sans Mono"/>
                <a:ea typeface="DejaVu Sans Mono"/>
                <a:cs typeface="DejaVu Sans Mono"/>
              </a:rPr>
              <a:t>delta[t] = error[t] &gt;&gt;&gt; 3</a:t>
            </a:r>
          </a:p>
        </p:txBody>
      </p:sp>
      <p:sp>
        <p:nvSpPr>
          <p:cNvPr id="8" name="">
            <a:extLst xmlns:a="http://schemas.openxmlformats.org/drawingml/2006/main">
              <a:ext uri="{FF2B5EF4-FFF2-40B4-BE49-F238E27FC236}">
                <a16:creationId xmlns:a16="http://schemas.microsoft.com/office/drawing/2014/main" id="{96EF18DD-3586-4ED5-845D-0A7D80E5A4E2}"/>
              </a:ext>
            </a:extLst>
          </p:cNvPr>
          <p:cNvSpPr>
            <a:spLocks xmlns:a="http://schemas.openxmlformats.org/drawingml/2006/main" noGrp="1"/>
          </p:cNvSpPr>
          <p:nvPr/>
        </p:nvSpPr>
        <p:spPr>
          <a:xfrm xmlns:a="http://schemas.openxmlformats.org/drawingml/2006/main">
            <a:off x="1066800" y="39624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168C7E"/>
                </a:solidFill>
                <a:latin typeface="DejaVu Sans Mono"/>
                <a:ea typeface="DejaVu Sans Mono"/>
                <a:cs typeface="DejaVu Sans Mono"/>
              </a:defRPr>
            </a:pPr>
            <a:r>
              <a:rPr sz="1950" b="1">
                <a:solidFill>
                  <a:srgbClr val="168C7E"/>
                </a:solidFill>
                <a:latin typeface="DejaVu Sans Mono"/>
                <a:ea typeface="DejaVu Sans Mono"/>
                <a:cs typeface="DejaVu Sans Mono"/>
              </a:rPr>
              <a:t>fused[t] = CAMS[t] + bias_before[t]</a:t>
            </a:r>
          </a:p>
        </p:txBody>
      </p:sp>
      <p:sp>
        <p:nvSpPr>
          <p:cNvPr id="9" name="">
            <a:extLst xmlns:a="http://schemas.openxmlformats.org/drawingml/2006/main">
              <a:ext uri="{FF2B5EF4-FFF2-40B4-BE49-F238E27FC236}">
                <a16:creationId xmlns:a16="http://schemas.microsoft.com/office/drawing/2014/main" id="{D956DAD3-7BA0-4A94-8ECC-D15C5C6DDBA6}"/>
              </a:ext>
            </a:extLst>
          </p:cNvPr>
          <p:cNvSpPr>
            <a:spLocks xmlns:a="http://schemas.openxmlformats.org/drawingml/2006/main" noGrp="1"/>
          </p:cNvSpPr>
          <p:nvPr/>
        </p:nvSpPr>
        <p:spPr>
          <a:xfrm xmlns:a="http://schemas.openxmlformats.org/drawingml/2006/main">
            <a:off x="8477250" y="1771650"/>
            <a:ext cx="238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12"/>
          </a:bodyPr>
          <a:lstStyle xmlns:a="http://schemas.openxmlformats.org/drawingml/2006/main"/>
          <a:p xmlns:a="http://schemas.openxmlformats.org/drawingml/2006/main">
            <a:pPr algn="ctr">
              <a:defRPr sz="4650" b="1">
                <a:solidFill>
                  <a:srgbClr val="005A9C"/>
                </a:solidFill>
                <a:latin typeface="Noto Sans"/>
                <a:ea typeface="Noto Sans"/>
                <a:cs typeface="Noto Sans"/>
              </a:defRPr>
            </a:pPr>
            <a:r>
              <a:rPr sz="4650" b="1">
                <a:solidFill>
                  <a:srgbClr val="005A9C"/>
                </a:solidFill>
                <a:latin typeface="Noto Sans"/>
                <a:ea typeface="Noto Sans"/>
                <a:cs typeface="Noto Sans"/>
              </a:rPr>
              <a:t>x16</a:t>
            </a:r>
          </a:p>
        </p:txBody>
      </p:sp>
      <p:sp>
        <p:nvSpPr>
          <p:cNvPr id="10" name="">
            <a:extLst xmlns:a="http://schemas.openxmlformats.org/drawingml/2006/main">
              <a:ext uri="{FF2B5EF4-FFF2-40B4-BE49-F238E27FC236}">
                <a16:creationId xmlns:a16="http://schemas.microsoft.com/office/drawing/2014/main" id="{2F8D111F-C1A6-4B58-AEF7-2E573C8F5B08}"/>
              </a:ext>
            </a:extLst>
          </p:cNvPr>
          <p:cNvSpPr>
            <a:spLocks xmlns:a="http://schemas.openxmlformats.org/drawingml/2006/main" noGrp="1"/>
          </p:cNvSpPr>
          <p:nvPr/>
        </p:nvSpPr>
        <p:spPr>
          <a:xfrm xmlns:a="http://schemas.openxmlformats.org/drawingml/2006/main">
            <a:off x="8096250" y="26289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0">
                <a:solidFill>
                  <a:srgbClr val="647681"/>
                </a:solidFill>
                <a:latin typeface="Noto Sans"/>
                <a:ea typeface="Noto Sans"/>
                <a:cs typeface="Noto Sans"/>
              </a:defRPr>
            </a:pPr>
            <a:r>
              <a:rPr sz="1575" b="0">
                <a:solidFill>
                  <a:srgbClr val="647681"/>
                </a:solidFill>
                <a:latin typeface="Noto Sans"/>
                <a:ea typeface="Noto Sans"/>
                <a:cs typeface="Noto Sans"/>
              </a:rPr>
              <a:t>Biểu diễn số nguyên cố định</a:t>
            </a:r>
          </a:p>
        </p:txBody>
      </p:sp>
      <p:sp>
        <p:nvSpPr>
          <p:cNvPr id="11" name="">
            <a:extLst xmlns:a="http://schemas.openxmlformats.org/drawingml/2006/main">
              <a:ext uri="{FF2B5EF4-FFF2-40B4-BE49-F238E27FC236}">
                <a16:creationId xmlns:a16="http://schemas.microsoft.com/office/drawing/2014/main" id="{C9F72385-87DB-4D7F-BBF0-A40F83ED6FD3}"/>
              </a:ext>
            </a:extLst>
          </p:cNvPr>
          <p:cNvSpPr>
            <a:spLocks xmlns:a="http://schemas.openxmlformats.org/drawingml/2006/main" noGrp="1"/>
          </p:cNvSpPr>
          <p:nvPr/>
        </p:nvSpPr>
        <p:spPr>
          <a:xfrm xmlns:a="http://schemas.openxmlformats.org/drawingml/2006/main">
            <a:off x="8172450" y="3238500"/>
            <a:ext cx="29718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12" name="">
            <a:extLst xmlns:a="http://schemas.openxmlformats.org/drawingml/2006/main">
              <a:ext uri="{FF2B5EF4-FFF2-40B4-BE49-F238E27FC236}">
                <a16:creationId xmlns:a16="http://schemas.microsoft.com/office/drawing/2014/main" id="{562DA674-C502-42BD-870B-50E9A18E4730}"/>
              </a:ext>
            </a:extLst>
          </p:cNvPr>
          <p:cNvSpPr>
            <a:spLocks xmlns:a="http://schemas.openxmlformats.org/drawingml/2006/main" noGrp="1"/>
          </p:cNvSpPr>
          <p:nvPr/>
        </p:nvSpPr>
        <p:spPr>
          <a:xfrm xmlns:a="http://schemas.openxmlformats.org/drawingml/2006/main">
            <a:off x="8115300" y="3524250"/>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68C7E"/>
                </a:solidFill>
                <a:latin typeface="Noto Sans"/>
                <a:ea typeface="Noto Sans"/>
                <a:cs typeface="Noto Sans"/>
              </a:defRPr>
            </a:pPr>
            <a:r>
              <a:rPr sz="1575" b="1">
                <a:solidFill>
                  <a:srgbClr val="168C7E"/>
                </a:solidFill>
                <a:latin typeface="Noto Sans"/>
                <a:ea typeface="Noto Sans"/>
                <a:cs typeface="Noto Sans"/>
              </a:rPr>
              <a:t>QC tốt</a:t>
            </a:r>
          </a:p>
        </p:txBody>
      </p:sp>
      <p:sp>
        <p:nvSpPr>
          <p:cNvPr id="13" name="">
            <a:extLst xmlns:a="http://schemas.openxmlformats.org/drawingml/2006/main">
              <a:ext uri="{FF2B5EF4-FFF2-40B4-BE49-F238E27FC236}">
                <a16:creationId xmlns:a16="http://schemas.microsoft.com/office/drawing/2014/main" id="{8541C789-ED12-4B6F-ACB1-99E149869FB8}"/>
              </a:ext>
            </a:extLst>
          </p:cNvPr>
          <p:cNvSpPr>
            <a:spLocks xmlns:a="http://schemas.openxmlformats.org/drawingml/2006/main" noGrp="1"/>
          </p:cNvSpPr>
          <p:nvPr/>
        </p:nvSpPr>
        <p:spPr>
          <a:xfrm xmlns:a="http://schemas.openxmlformats.org/drawingml/2006/main">
            <a:off x="9582150" y="352425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D2A32"/>
                </a:solidFill>
                <a:latin typeface="Noto Sans"/>
                <a:ea typeface="Noto Sans"/>
                <a:cs typeface="Noto Sans"/>
              </a:defRPr>
            </a:pPr>
            <a:r>
              <a:rPr sz="1575" b="0">
                <a:solidFill>
                  <a:srgbClr val="1D2A32"/>
                </a:solidFill>
                <a:latin typeface="Noto Sans"/>
                <a:ea typeface="Noto Sans"/>
                <a:cs typeface="Noto Sans"/>
              </a:rPr>
              <a:t>Cập nhật bias</a:t>
            </a:r>
          </a:p>
        </p:txBody>
      </p:sp>
      <p:sp>
        <p:nvSpPr>
          <p:cNvPr id="14" name="">
            <a:extLst xmlns:a="http://schemas.openxmlformats.org/drawingml/2006/main">
              <a:ext uri="{FF2B5EF4-FFF2-40B4-BE49-F238E27FC236}">
                <a16:creationId xmlns:a16="http://schemas.microsoft.com/office/drawing/2014/main" id="{FF8E59CA-2426-45D9-80AD-3F04BE16CF3F}"/>
              </a:ext>
            </a:extLst>
          </p:cNvPr>
          <p:cNvSpPr>
            <a:spLocks xmlns:a="http://schemas.openxmlformats.org/drawingml/2006/main" noGrp="1"/>
          </p:cNvSpPr>
          <p:nvPr/>
        </p:nvSpPr>
        <p:spPr>
          <a:xfrm xmlns:a="http://schemas.openxmlformats.org/drawingml/2006/main">
            <a:off x="8115300" y="40481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C47700"/>
                </a:solidFill>
                <a:latin typeface="Noto Sans"/>
                <a:ea typeface="Noto Sans"/>
                <a:cs typeface="Noto Sans"/>
              </a:defRPr>
            </a:pPr>
            <a:r>
              <a:rPr sz="1575" b="1">
                <a:solidFill>
                  <a:srgbClr val="C47700"/>
                </a:solidFill>
                <a:latin typeface="Noto Sans"/>
                <a:ea typeface="Noto Sans"/>
                <a:cs typeface="Noto Sans"/>
              </a:rPr>
              <a:t>QC fail</a:t>
            </a:r>
          </a:p>
        </p:txBody>
      </p:sp>
      <p:sp>
        <p:nvSpPr>
          <p:cNvPr id="15" name="">
            <a:extLst xmlns:a="http://schemas.openxmlformats.org/drawingml/2006/main">
              <a:ext uri="{FF2B5EF4-FFF2-40B4-BE49-F238E27FC236}">
                <a16:creationId xmlns:a16="http://schemas.microsoft.com/office/drawing/2014/main" id="{DDC2BD46-50E4-4C7D-A36C-7546EFC477CA}"/>
              </a:ext>
            </a:extLst>
          </p:cNvPr>
          <p:cNvSpPr>
            <a:spLocks xmlns:a="http://schemas.openxmlformats.org/drawingml/2006/main" noGrp="1"/>
          </p:cNvSpPr>
          <p:nvPr/>
        </p:nvSpPr>
        <p:spPr>
          <a:xfrm xmlns:a="http://schemas.openxmlformats.org/drawingml/2006/main">
            <a:off x="9582150" y="4048125"/>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D2A32"/>
                </a:solidFill>
                <a:latin typeface="Noto Sans"/>
                <a:ea typeface="Noto Sans"/>
                <a:cs typeface="Noto Sans"/>
              </a:defRPr>
            </a:pPr>
            <a:r>
              <a:rPr sz="1575" b="0">
                <a:solidFill>
                  <a:srgbClr val="1D2A32"/>
                </a:solidFill>
                <a:latin typeface="Noto Sans"/>
                <a:ea typeface="Noto Sans"/>
                <a:cs typeface="Noto Sans"/>
              </a:rPr>
              <a:t>Giữ bias</a:t>
            </a:r>
          </a:p>
        </p:txBody>
      </p:sp>
      <p:sp>
        <p:nvSpPr>
          <p:cNvPr id="16" name="">
            <a:extLst xmlns:a="http://schemas.openxmlformats.org/drawingml/2006/main">
              <a:ext uri="{FF2B5EF4-FFF2-40B4-BE49-F238E27FC236}">
                <a16:creationId xmlns:a16="http://schemas.microsoft.com/office/drawing/2014/main" id="{ACFFA0C4-47FD-4BDB-B1EE-76F8E6F1FA05}"/>
              </a:ext>
            </a:extLst>
          </p:cNvPr>
          <p:cNvSpPr>
            <a:spLocks xmlns:a="http://schemas.openxmlformats.org/drawingml/2006/main" noGrp="1"/>
          </p:cNvSpPr>
          <p:nvPr/>
        </p:nvSpPr>
        <p:spPr>
          <a:xfrm xmlns:a="http://schemas.openxmlformats.org/drawingml/2006/main">
            <a:off x="1733550" y="5314950"/>
            <a:ext cx="8724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100" b="1">
                <a:solidFill>
                  <a:srgbClr val="12344D"/>
                </a:solidFill>
                <a:latin typeface="Noto Sans"/>
                <a:ea typeface="Noto Sans"/>
                <a:cs typeface="Noto Sans"/>
              </a:defRPr>
            </a:pPr>
            <a:r>
              <a:rPr sz="2100" b="1">
                <a:solidFill>
                  <a:srgbClr val="12344D"/>
                </a:solidFill>
                <a:latin typeface="Noto Sans"/>
                <a:ea typeface="Noto Sans"/>
                <a:cs typeface="Noto Sans"/>
              </a:rPr>
              <a:t>PurpleAir hiện tại dạy bias cho các mẫu sau</a:t>
            </a:r>
          </a:p>
        </p:txBody>
      </p:sp>
      <p:sp>
        <p:nvSpPr>
          <p:cNvPr id="17" name="">
            <a:extLst xmlns:a="http://schemas.openxmlformats.org/drawingml/2006/main">
              <a:ext uri="{FF2B5EF4-FFF2-40B4-BE49-F238E27FC236}">
                <a16:creationId xmlns:a16="http://schemas.microsoft.com/office/drawing/2014/main" id="{1BBF0B7F-F708-4293-A051-336B91EBE3D8}"/>
              </a:ext>
            </a:extLst>
          </p:cNvPr>
          <p:cNvSpPr>
            <a:spLocks xmlns:a="http://schemas.openxmlformats.org/drawingml/2006/main" noGrp="1"/>
          </p:cNvSpPr>
          <p:nvPr/>
        </p:nvSpPr>
        <p:spPr>
          <a:xfrm xmlns:a="http://schemas.openxmlformats.org/drawingml/2006/main">
            <a:off x="2571750" y="5829300"/>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0">
                <a:solidFill>
                  <a:srgbClr val="647681"/>
                </a:solidFill>
                <a:latin typeface="Noto Sans"/>
                <a:ea typeface="Noto Sans"/>
                <a:cs typeface="Noto Sans"/>
              </a:defRPr>
            </a:pPr>
            <a:r>
              <a:rPr sz="1500" b="0">
                <a:solidFill>
                  <a:srgbClr val="647681"/>
                </a:solidFill>
                <a:latin typeface="Noto Sans"/>
                <a:ea typeface="Noto Sans"/>
                <a:cs typeface="Noto Sans"/>
              </a:rPr>
              <a:t>Cấu hình đang chạy: α = 1/8, ALPHA_SHIFT = 3</a:t>
            </a:r>
          </a:p>
        </p:txBody>
      </p:sp>
      <p:sp>
        <p:nvSpPr>
          <p:cNvPr id="18" name="">
            <a:extLst xmlns:a="http://schemas.openxmlformats.org/drawingml/2006/main">
              <a:ext uri="{FF2B5EF4-FFF2-40B4-BE49-F238E27FC236}">
                <a16:creationId xmlns:a16="http://schemas.microsoft.com/office/drawing/2014/main" id="{1DAF1803-AA0E-4AF8-B914-8B48DC5F4E5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9" name="">
            <a:extLst xmlns:a="http://schemas.openxmlformats.org/drawingml/2006/main">
              <a:ext uri="{FF2B5EF4-FFF2-40B4-BE49-F238E27FC236}">
                <a16:creationId xmlns:a16="http://schemas.microsoft.com/office/drawing/2014/main" id="{8D6B8D25-4B2E-4947-8463-87B4DDF4C54B}"/>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20" name="">
            <a:extLst xmlns:a="http://schemas.openxmlformats.org/drawingml/2006/main">
              <a:ext uri="{FF2B5EF4-FFF2-40B4-BE49-F238E27FC236}">
                <a16:creationId xmlns:a16="http://schemas.microsoft.com/office/drawing/2014/main" id="{5BE16BA5-C9A9-4714-A6DC-B0F98648CCC9}"/>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4</a:t>
            </a:r>
          </a:p>
        </p:txBody>
      </p:sp>
    </p:spTree>
    <p:extLst>
      <p:ext uri="{BB962C8B-B14F-4D97-AF65-F5344CB8AC3E}">
        <p14:creationId xmlns:p14="http://schemas.microsoft.com/office/powerpoint/2010/main" val="1219940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7809652-BD71-4533-8C6F-A4E10A18DECF}"/>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DỮ LIỆU VÀ VẬN HÀNH</a:t>
            </a:r>
          </a:p>
        </p:txBody>
      </p:sp>
      <p:sp>
        <p:nvSpPr>
          <p:cNvPr id="2" name="">
            <a:extLst xmlns:a="http://schemas.openxmlformats.org/drawingml/2006/main">
              <a:ext uri="{FF2B5EF4-FFF2-40B4-BE49-F238E27FC236}">
                <a16:creationId xmlns:a16="http://schemas.microsoft.com/office/drawing/2014/main" id="{21DED050-A27E-4846-AC32-17FEF7B5CC5F}"/>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QC bảo vệ trạng thái học khi dữ liệu không ổn định</a:t>
            </a:r>
          </a:p>
        </p:txBody>
      </p:sp>
      <p:sp>
        <p:nvSpPr>
          <p:cNvPr id="3" name="">
            <a:extLst xmlns:a="http://schemas.openxmlformats.org/drawingml/2006/main">
              <a:ext uri="{FF2B5EF4-FFF2-40B4-BE49-F238E27FC236}">
                <a16:creationId xmlns:a16="http://schemas.microsoft.com/office/drawing/2014/main" id="{0369B27E-4482-4DCD-AD93-F78997DFB1A1}"/>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28086136-FA4A-4D8E-AA16-8570BD6A5F5C}"/>
              </a:ext>
            </a:extLst>
          </p:cNvPr>
          <p:cNvSpPr>
            <a:spLocks xmlns:a="http://schemas.openxmlformats.org/drawingml/2006/main" noGrp="1"/>
          </p:cNvSpPr>
          <p:nvPr/>
        </p:nvSpPr>
        <p:spPr>
          <a:xfrm xmlns:a="http://schemas.openxmlformats.org/drawingml/2006/main">
            <a:off x="685800" y="1847850"/>
            <a:ext cx="2190750" cy="876300"/>
          </a:xfrm>
          <a:prstGeom xmlns:a="http://schemas.openxmlformats.org/drawingml/2006/main" prst="roundRect">
            <a:avLst>
              <a:gd name="adj" fmla="val 19565"/>
            </a:avLst>
          </a:prstGeom>
          <a:solidFill xmlns:a="http://schemas.openxmlformats.org/drawingml/2006/main">
            <a:srgbClr val="EAF3F8"/>
          </a:solidFill>
          <a:ln xmlns:a="http://schemas.openxmlformats.org/drawingml/2006/main" w="9525">
            <a:solidFill>
              <a:srgbClr val="005A9C"/>
            </a:solidFill>
          </a:ln>
        </p:spPr>
      </p:sp>
      <p:sp>
        <p:nvSpPr>
          <p:cNvPr id="5" name="">
            <a:extLst xmlns:a="http://schemas.openxmlformats.org/drawingml/2006/main">
              <a:ext uri="{FF2B5EF4-FFF2-40B4-BE49-F238E27FC236}">
                <a16:creationId xmlns:a16="http://schemas.microsoft.com/office/drawing/2014/main" id="{F5003BE9-FE08-4FD0-8AA3-6E104E307D79}"/>
              </a:ext>
            </a:extLst>
          </p:cNvPr>
          <p:cNvSpPr>
            <a:spLocks xmlns:a="http://schemas.openxmlformats.org/drawingml/2006/main" noGrp="1"/>
          </p:cNvSpPr>
          <p:nvPr/>
        </p:nvSpPr>
        <p:spPr>
          <a:xfrm xmlns:a="http://schemas.openxmlformats.org/drawingml/2006/main">
            <a:off x="3467100" y="1847850"/>
            <a:ext cx="2190750" cy="876300"/>
          </a:xfrm>
          <a:prstGeom xmlns:a="http://schemas.openxmlformats.org/drawingml/2006/main" prst="roundRect">
            <a:avLst>
              <a:gd name="adj" fmla="val 19565"/>
            </a:avLst>
          </a:prstGeom>
          <a:solidFill xmlns:a="http://schemas.openxmlformats.org/drawingml/2006/main">
            <a:srgbClr val="F5F8FA"/>
          </a:solidFill>
          <a:ln xmlns:a="http://schemas.openxmlformats.org/drawingml/2006/main" w="9525">
            <a:solidFill>
              <a:srgbClr val="008ECC"/>
            </a:solidFill>
          </a:ln>
        </p:spPr>
      </p:sp>
      <p:sp>
        <p:nvSpPr>
          <p:cNvPr id="6" name="">
            <a:extLst xmlns:a="http://schemas.openxmlformats.org/drawingml/2006/main">
              <a:ext uri="{FF2B5EF4-FFF2-40B4-BE49-F238E27FC236}">
                <a16:creationId xmlns:a16="http://schemas.microsoft.com/office/drawing/2014/main" id="{75062A6A-01D6-4B45-9240-3CB0B9C59DC6}"/>
              </a:ext>
            </a:extLst>
          </p:cNvPr>
          <p:cNvSpPr>
            <a:spLocks xmlns:a="http://schemas.openxmlformats.org/drawingml/2006/main" noGrp="1"/>
          </p:cNvSpPr>
          <p:nvPr/>
        </p:nvSpPr>
        <p:spPr>
          <a:xfrm xmlns:a="http://schemas.openxmlformats.org/drawingml/2006/main">
            <a:off x="6248400" y="1847850"/>
            <a:ext cx="2190750" cy="876300"/>
          </a:xfrm>
          <a:prstGeom xmlns:a="http://schemas.openxmlformats.org/drawingml/2006/main" prst="roundRect">
            <a:avLst>
              <a:gd name="adj" fmla="val 19565"/>
            </a:avLst>
          </a:prstGeom>
          <a:solidFill xmlns:a="http://schemas.openxmlformats.org/drawingml/2006/main">
            <a:srgbClr val="E8F4F1"/>
          </a:solidFill>
          <a:ln xmlns:a="http://schemas.openxmlformats.org/drawingml/2006/main" w="9525">
            <a:solidFill>
              <a:srgbClr val="168C7E"/>
            </a:solidFill>
          </a:ln>
        </p:spPr>
      </p:sp>
      <p:sp>
        <p:nvSpPr>
          <p:cNvPr id="7" name="">
            <a:extLst xmlns:a="http://schemas.openxmlformats.org/drawingml/2006/main">
              <a:ext uri="{FF2B5EF4-FFF2-40B4-BE49-F238E27FC236}">
                <a16:creationId xmlns:a16="http://schemas.microsoft.com/office/drawing/2014/main" id="{A04B569E-0699-4472-8521-9EEEB30A1313}"/>
              </a:ext>
            </a:extLst>
          </p:cNvPr>
          <p:cNvSpPr>
            <a:spLocks xmlns:a="http://schemas.openxmlformats.org/drawingml/2006/main" noGrp="1"/>
          </p:cNvSpPr>
          <p:nvPr/>
        </p:nvSpPr>
        <p:spPr>
          <a:xfrm xmlns:a="http://schemas.openxmlformats.org/drawingml/2006/main">
            <a:off x="9029700" y="1847850"/>
            <a:ext cx="2190750" cy="876300"/>
          </a:xfrm>
          <a:prstGeom xmlns:a="http://schemas.openxmlformats.org/drawingml/2006/main" prst="roundRect">
            <a:avLst>
              <a:gd name="adj" fmla="val 19565"/>
            </a:avLst>
          </a:prstGeom>
          <a:solidFill xmlns:a="http://schemas.openxmlformats.org/drawingml/2006/main">
            <a:srgbClr val="FFF4E4"/>
          </a:solidFill>
          <a:ln xmlns:a="http://schemas.openxmlformats.org/drawingml/2006/main" w="9525">
            <a:solidFill>
              <a:srgbClr val="C47700"/>
            </a:solidFill>
          </a:ln>
        </p:spPr>
      </p:sp>
      <p:sp>
        <p:nvSpPr>
          <p:cNvPr id="8" name="">
            <a:extLst xmlns:a="http://schemas.openxmlformats.org/drawingml/2006/main">
              <a:ext uri="{FF2B5EF4-FFF2-40B4-BE49-F238E27FC236}">
                <a16:creationId xmlns:a16="http://schemas.microsoft.com/office/drawing/2014/main" id="{7A171B24-11AD-49C0-915E-9F6C264FEBD5}"/>
              </a:ext>
            </a:extLst>
          </p:cNvPr>
          <p:cNvSpPr>
            <a:spLocks xmlns:a="http://schemas.openxmlformats.org/drawingml/2006/main" noGrp="1"/>
          </p:cNvSpPr>
          <p:nvPr/>
        </p:nvSpPr>
        <p:spPr>
          <a:xfrm xmlns:a="http://schemas.openxmlformats.org/drawingml/2006/main">
            <a:off x="866775" y="2124075"/>
            <a:ext cx="182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Mẫu 10 phút</a:t>
            </a:r>
          </a:p>
        </p:txBody>
      </p:sp>
      <p:sp>
        <p:nvSpPr>
          <p:cNvPr id="9" name="">
            <a:extLst xmlns:a="http://schemas.openxmlformats.org/drawingml/2006/main">
              <a:ext uri="{FF2B5EF4-FFF2-40B4-BE49-F238E27FC236}">
                <a16:creationId xmlns:a16="http://schemas.microsoft.com/office/drawing/2014/main" id="{218C0C91-948A-43D0-B9D0-DAD1BBCEE9B9}"/>
              </a:ext>
            </a:extLst>
          </p:cNvPr>
          <p:cNvSpPr>
            <a:spLocks xmlns:a="http://schemas.openxmlformats.org/drawingml/2006/main" noGrp="1"/>
          </p:cNvSpPr>
          <p:nvPr/>
        </p:nvSpPr>
        <p:spPr>
          <a:xfrm xmlns:a="http://schemas.openxmlformats.org/drawingml/2006/main">
            <a:off x="3648075" y="2124075"/>
            <a:ext cx="182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QC A/B</a:t>
            </a:r>
          </a:p>
        </p:txBody>
      </p:sp>
      <p:sp>
        <p:nvSpPr>
          <p:cNvPr id="10" name="">
            <a:extLst xmlns:a="http://schemas.openxmlformats.org/drawingml/2006/main">
              <a:ext uri="{FF2B5EF4-FFF2-40B4-BE49-F238E27FC236}">
                <a16:creationId xmlns:a16="http://schemas.microsoft.com/office/drawing/2014/main" id="{B59A8B9E-45C4-4B08-8851-2862FFAA6AD6}"/>
              </a:ext>
            </a:extLst>
          </p:cNvPr>
          <p:cNvSpPr>
            <a:spLocks xmlns:a="http://schemas.openxmlformats.org/drawingml/2006/main" noGrp="1"/>
          </p:cNvSpPr>
          <p:nvPr/>
        </p:nvSpPr>
        <p:spPr>
          <a:xfrm xmlns:a="http://schemas.openxmlformats.org/drawingml/2006/main">
            <a:off x="6429375" y="2124075"/>
            <a:ext cx="182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915"/>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Median theo giờ</a:t>
            </a:r>
          </a:p>
        </p:txBody>
      </p:sp>
      <p:sp>
        <p:nvSpPr>
          <p:cNvPr id="11" name="">
            <a:extLst xmlns:a="http://schemas.openxmlformats.org/drawingml/2006/main">
              <a:ext uri="{FF2B5EF4-FFF2-40B4-BE49-F238E27FC236}">
                <a16:creationId xmlns:a16="http://schemas.microsoft.com/office/drawing/2014/main" id="{CDCA0C9E-FE32-445A-A4F6-23C1C5065C81}"/>
              </a:ext>
            </a:extLst>
          </p:cNvPr>
          <p:cNvSpPr>
            <a:spLocks xmlns:a="http://schemas.openxmlformats.org/drawingml/2006/main" noGrp="1"/>
          </p:cNvSpPr>
          <p:nvPr/>
        </p:nvSpPr>
        <p:spPr>
          <a:xfrm xmlns:a="http://schemas.openxmlformats.org/drawingml/2006/main">
            <a:off x="9210675" y="2124075"/>
            <a:ext cx="182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qc_ok cho RTL</a:t>
            </a:r>
          </a:p>
        </p:txBody>
      </p:sp>
      <p:cxnSp>
        <p:nvCxnSpPr>
          <p:cNvPr id="39" name=""/>
          <p:cNvCxnSpPr>
            <a:stCxn xmlns:a="http://schemas.openxmlformats.org/drawingml/2006/main" id="4" idx="3"/>
            <a:endCxn xmlns:a="http://schemas.openxmlformats.org/drawingml/2006/main" id="5" idx="1"/>
          </p:cNvCxnSpPr>
          <p:nvPr/>
        </p:nvCxnSpPr>
        <p:spPr>
          <a:xfrm xmlns:a="http://schemas.openxmlformats.org/drawingml/2006/main">
            <a:off x="2876550" y="2286000"/>
            <a:ext cx="590550" cy="0"/>
          </a:xfrm>
          <a:prstGeom xmlns:a="http://schemas.openxmlformats.org/drawingml/2006/main" prst="straightConnector1">
            <a:avLst/>
          </a:prstGeom>
          <a:ln xmlns:a="http://schemas.openxmlformats.org/drawingml/2006/main" w="19050">
            <a:solidFill>
              <a:srgbClr val="647681"/>
            </a:solidFill>
            <a:tailEnd type="arrow" w="med" len="med"/>
          </a:ln>
        </p:spPr>
      </p:cxnSp>
      <p:cxnSp>
        <p:nvCxnSpPr>
          <p:cNvPr id="40" name=""/>
          <p:cNvCxnSpPr>
            <a:stCxn xmlns:a="http://schemas.openxmlformats.org/drawingml/2006/main" id="5" idx="3"/>
            <a:endCxn xmlns:a="http://schemas.openxmlformats.org/drawingml/2006/main" id="6" idx="1"/>
          </p:cNvCxnSpPr>
          <p:nvPr/>
        </p:nvCxnSpPr>
        <p:spPr>
          <a:xfrm xmlns:a="http://schemas.openxmlformats.org/drawingml/2006/main">
            <a:off x="5657850" y="2286000"/>
            <a:ext cx="590550" cy="0"/>
          </a:xfrm>
          <a:prstGeom xmlns:a="http://schemas.openxmlformats.org/drawingml/2006/main" prst="straightConnector1">
            <a:avLst/>
          </a:prstGeom>
          <a:ln xmlns:a="http://schemas.openxmlformats.org/drawingml/2006/main" w="19050">
            <a:solidFill>
              <a:srgbClr val="647681"/>
            </a:solidFill>
            <a:tailEnd type="arrow" w="med" len="med"/>
          </a:ln>
        </p:spPr>
      </p:cxnSp>
      <p:cxnSp>
        <p:nvCxnSpPr>
          <p:cNvPr id="41" name=""/>
          <p:cNvCxnSpPr>
            <a:stCxn xmlns:a="http://schemas.openxmlformats.org/drawingml/2006/main" id="6" idx="3"/>
            <a:endCxn xmlns:a="http://schemas.openxmlformats.org/drawingml/2006/main" id="7" idx="1"/>
          </p:cNvCxnSpPr>
          <p:nvPr/>
        </p:nvCxnSpPr>
        <p:spPr>
          <a:xfrm xmlns:a="http://schemas.openxmlformats.org/drawingml/2006/main">
            <a:off x="8439150" y="2286000"/>
            <a:ext cx="590550" cy="0"/>
          </a:xfrm>
          <a:prstGeom xmlns:a="http://schemas.openxmlformats.org/drawingml/2006/main" prst="straightConnector1">
            <a:avLst/>
          </a:prstGeom>
          <a:ln xmlns:a="http://schemas.openxmlformats.org/drawingml/2006/main" w="19050">
            <a:solidFill>
              <a:srgbClr val="647681"/>
            </a:solidFill>
            <a:tailEnd type="arrow" w="med" len="med"/>
          </a:ln>
        </p:spPr>
      </p:cxnSp>
      <p:sp>
        <p:nvSpPr>
          <p:cNvPr id="15" name="">
            <a:extLst xmlns:a="http://schemas.openxmlformats.org/drawingml/2006/main">
              <a:ext uri="{FF2B5EF4-FFF2-40B4-BE49-F238E27FC236}">
                <a16:creationId xmlns:a16="http://schemas.microsoft.com/office/drawing/2014/main" id="{73F52BFA-3B29-484C-8F15-4E57275F1F5A}"/>
              </a:ext>
            </a:extLst>
          </p:cNvPr>
          <p:cNvSpPr>
            <a:spLocks xmlns:a="http://schemas.openxmlformats.org/drawingml/2006/main" noGrp="1"/>
          </p:cNvSpPr>
          <p:nvPr/>
        </p:nvSpPr>
        <p:spPr>
          <a:xfrm xmlns:a="http://schemas.openxmlformats.org/drawingml/2006/main">
            <a:off x="857250" y="3352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05A9C"/>
                </a:solidFill>
                <a:latin typeface="Noto Sans"/>
                <a:ea typeface="Noto Sans"/>
                <a:cs typeface="Noto Sans"/>
              </a:defRPr>
            </a:pPr>
            <a:r>
              <a:rPr sz="2850" b="1">
                <a:solidFill>
                  <a:srgbClr val="005A9C"/>
                </a:solidFill>
                <a:latin typeface="Noto Sans"/>
                <a:ea typeface="Noto Sans"/>
                <a:cs typeface="Noto Sans"/>
              </a:rPr>
              <a:t>4.037</a:t>
            </a:r>
          </a:p>
        </p:txBody>
      </p:sp>
      <p:sp>
        <p:nvSpPr>
          <p:cNvPr id="16" name="">
            <a:extLst xmlns:a="http://schemas.openxmlformats.org/drawingml/2006/main">
              <a:ext uri="{FF2B5EF4-FFF2-40B4-BE49-F238E27FC236}">
                <a16:creationId xmlns:a16="http://schemas.microsoft.com/office/drawing/2014/main" id="{25B3CBE7-491D-4D19-9B48-F7ABD43CC9C2}"/>
              </a:ext>
            </a:extLst>
          </p:cNvPr>
          <p:cNvSpPr>
            <a:spLocks xmlns:a="http://schemas.openxmlformats.org/drawingml/2006/main" noGrp="1"/>
          </p:cNvSpPr>
          <p:nvPr/>
        </p:nvSpPr>
        <p:spPr>
          <a:xfrm xmlns:a="http://schemas.openxmlformats.org/drawingml/2006/main">
            <a:off x="857250" y="39052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mẫu PurpleAir 10 phút</a:t>
            </a:r>
          </a:p>
        </p:txBody>
      </p:sp>
      <p:sp>
        <p:nvSpPr>
          <p:cNvPr id="17" name="">
            <a:extLst xmlns:a="http://schemas.openxmlformats.org/drawingml/2006/main">
              <a:ext uri="{FF2B5EF4-FFF2-40B4-BE49-F238E27FC236}">
                <a16:creationId xmlns:a16="http://schemas.microsoft.com/office/drawing/2014/main" id="{AC3DA58C-FABC-441B-84F4-FE3CB05E9176}"/>
              </a:ext>
            </a:extLst>
          </p:cNvPr>
          <p:cNvSpPr>
            <a:spLocks xmlns:a="http://schemas.openxmlformats.org/drawingml/2006/main" noGrp="1"/>
          </p:cNvSpPr>
          <p:nvPr/>
        </p:nvSpPr>
        <p:spPr>
          <a:xfrm xmlns:a="http://schemas.openxmlformats.org/drawingml/2006/main">
            <a:off x="3695700" y="3352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68C7E"/>
                </a:solidFill>
                <a:latin typeface="Noto Sans"/>
                <a:ea typeface="Noto Sans"/>
                <a:cs typeface="Noto Sans"/>
              </a:defRPr>
            </a:pPr>
            <a:r>
              <a:rPr sz="2850" b="1">
                <a:solidFill>
                  <a:srgbClr val="168C7E"/>
                </a:solidFill>
                <a:latin typeface="Noto Sans"/>
                <a:ea typeface="Noto Sans"/>
                <a:cs typeface="Noto Sans"/>
              </a:rPr>
              <a:t>536</a:t>
            </a:r>
          </a:p>
        </p:txBody>
      </p:sp>
      <p:sp>
        <p:nvSpPr>
          <p:cNvPr id="18" name="">
            <a:extLst xmlns:a="http://schemas.openxmlformats.org/drawingml/2006/main">
              <a:ext uri="{FF2B5EF4-FFF2-40B4-BE49-F238E27FC236}">
                <a16:creationId xmlns:a16="http://schemas.microsoft.com/office/drawing/2014/main" id="{18DDB88D-B5DD-47E2-854B-21A598CFC733}"/>
              </a:ext>
            </a:extLst>
          </p:cNvPr>
          <p:cNvSpPr>
            <a:spLocks xmlns:a="http://schemas.openxmlformats.org/drawingml/2006/main" noGrp="1"/>
          </p:cNvSpPr>
          <p:nvPr/>
        </p:nvSpPr>
        <p:spPr>
          <a:xfrm xmlns:a="http://schemas.openxmlformats.org/drawingml/2006/main">
            <a:off x="3695700" y="39052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giờ đạt strict QC</a:t>
            </a:r>
          </a:p>
        </p:txBody>
      </p:sp>
      <p:sp>
        <p:nvSpPr>
          <p:cNvPr id="19" name="">
            <a:extLst xmlns:a="http://schemas.openxmlformats.org/drawingml/2006/main">
              <a:ext uri="{FF2B5EF4-FFF2-40B4-BE49-F238E27FC236}">
                <a16:creationId xmlns:a16="http://schemas.microsoft.com/office/drawing/2014/main" id="{E56ADE2F-7CB3-4785-8D08-DD13EE9F6180}"/>
              </a:ext>
            </a:extLst>
          </p:cNvPr>
          <p:cNvSpPr>
            <a:spLocks xmlns:a="http://schemas.openxmlformats.org/drawingml/2006/main" noGrp="1"/>
          </p:cNvSpPr>
          <p:nvPr/>
        </p:nvSpPr>
        <p:spPr>
          <a:xfrm xmlns:a="http://schemas.openxmlformats.org/drawingml/2006/main">
            <a:off x="6534150" y="3352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2344D"/>
                </a:solidFill>
                <a:latin typeface="Noto Sans"/>
                <a:ea typeface="Noto Sans"/>
                <a:cs typeface="Noto Sans"/>
              </a:defRPr>
            </a:pPr>
            <a:r>
              <a:rPr sz="2850" b="1">
                <a:solidFill>
                  <a:srgbClr val="12344D"/>
                </a:solidFill>
                <a:latin typeface="Noto Sans"/>
                <a:ea typeface="Noto Sans"/>
                <a:cs typeface="Noto Sans"/>
              </a:rPr>
              <a:t>13.680</a:t>
            </a:r>
          </a:p>
        </p:txBody>
      </p:sp>
      <p:sp>
        <p:nvSpPr>
          <p:cNvPr id="20" name="">
            <a:extLst xmlns:a="http://schemas.openxmlformats.org/drawingml/2006/main">
              <a:ext uri="{FF2B5EF4-FFF2-40B4-BE49-F238E27FC236}">
                <a16:creationId xmlns:a16="http://schemas.microsoft.com/office/drawing/2014/main" id="{8B38729E-AD2B-4007-B150-354768C73814}"/>
              </a:ext>
            </a:extLst>
          </p:cNvPr>
          <p:cNvSpPr>
            <a:spLocks xmlns:a="http://schemas.openxmlformats.org/drawingml/2006/main" noGrp="1"/>
          </p:cNvSpPr>
          <p:nvPr/>
        </p:nvSpPr>
        <p:spPr>
          <a:xfrm xmlns:a="http://schemas.openxmlformats.org/drawingml/2006/main">
            <a:off x="6534150" y="39052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giờ CAMS được giữ</a:t>
            </a:r>
          </a:p>
        </p:txBody>
      </p:sp>
      <p:sp>
        <p:nvSpPr>
          <p:cNvPr id="21" name="">
            <a:extLst xmlns:a="http://schemas.openxmlformats.org/drawingml/2006/main">
              <a:ext uri="{FF2B5EF4-FFF2-40B4-BE49-F238E27FC236}">
                <a16:creationId xmlns:a16="http://schemas.microsoft.com/office/drawing/2014/main" id="{CCEC09C6-A00B-49F5-A367-17235C67A760}"/>
              </a:ext>
            </a:extLst>
          </p:cNvPr>
          <p:cNvSpPr>
            <a:spLocks xmlns:a="http://schemas.openxmlformats.org/drawingml/2006/main" noGrp="1"/>
          </p:cNvSpPr>
          <p:nvPr/>
        </p:nvSpPr>
        <p:spPr>
          <a:xfrm xmlns:a="http://schemas.openxmlformats.org/drawingml/2006/main">
            <a:off x="9372600" y="33528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C47700"/>
                </a:solidFill>
                <a:latin typeface="Noto Sans"/>
                <a:ea typeface="Noto Sans"/>
                <a:cs typeface="Noto Sans"/>
              </a:defRPr>
            </a:pPr>
            <a:r>
              <a:rPr sz="2850" b="1">
                <a:solidFill>
                  <a:srgbClr val="C47700"/>
                </a:solidFill>
                <a:latin typeface="Noto Sans"/>
                <a:ea typeface="Noto Sans"/>
                <a:cs typeface="Noto Sans"/>
              </a:rPr>
              <a:t>12.387</a:t>
            </a:r>
          </a:p>
        </p:txBody>
      </p:sp>
      <p:sp>
        <p:nvSpPr>
          <p:cNvPr id="22" name="">
            <a:extLst xmlns:a="http://schemas.openxmlformats.org/drawingml/2006/main">
              <a:ext uri="{FF2B5EF4-FFF2-40B4-BE49-F238E27FC236}">
                <a16:creationId xmlns:a16="http://schemas.microsoft.com/office/drawing/2014/main" id="{7DE06CB0-36B3-46C5-9B22-AA24F05A0F21}"/>
              </a:ext>
            </a:extLst>
          </p:cNvPr>
          <p:cNvSpPr>
            <a:spLocks xmlns:a="http://schemas.openxmlformats.org/drawingml/2006/main" noGrp="1"/>
          </p:cNvSpPr>
          <p:nvPr/>
        </p:nvSpPr>
        <p:spPr>
          <a:xfrm xmlns:a="http://schemas.openxmlformats.org/drawingml/2006/main">
            <a:off x="9372600" y="39052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03"/>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giờ thiếu PurpleAir vẫn có fused</a:t>
            </a:r>
          </a:p>
        </p:txBody>
      </p:sp>
      <p:sp>
        <p:nvSpPr>
          <p:cNvPr id="23" name="">
            <a:extLst xmlns:a="http://schemas.openxmlformats.org/drawingml/2006/main">
              <a:ext uri="{FF2B5EF4-FFF2-40B4-BE49-F238E27FC236}">
                <a16:creationId xmlns:a16="http://schemas.microsoft.com/office/drawing/2014/main" id="{CB67C3FE-B449-471B-B6EF-E169BD2E21B8}"/>
              </a:ext>
            </a:extLst>
          </p:cNvPr>
          <p:cNvSpPr>
            <a:spLocks xmlns:a="http://schemas.openxmlformats.org/drawingml/2006/main" noGrp="1"/>
          </p:cNvSpPr>
          <p:nvPr/>
        </p:nvSpPr>
        <p:spPr>
          <a:xfrm xmlns:a="http://schemas.openxmlformats.org/drawingml/2006/main">
            <a:off x="990600" y="4876800"/>
            <a:ext cx="10210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12344D"/>
                </a:solidFill>
                <a:latin typeface="Noto Sans"/>
                <a:ea typeface="Noto Sans"/>
                <a:cs typeface="Noto Sans"/>
              </a:defRPr>
            </a:pPr>
            <a:r>
              <a:rPr sz="1800" b="1">
                <a:solidFill>
                  <a:srgbClr val="12344D"/>
                </a:solidFill>
                <a:latin typeface="Noto Sans"/>
                <a:ea typeface="Noto Sans"/>
                <a:cs typeface="Noto Sans"/>
              </a:rPr>
              <a:t>Điều kiện severe A/B: |A − B| ≥ 10 và chênh lệch tương đối ≥ 0,35</a:t>
            </a:r>
          </a:p>
        </p:txBody>
      </p:sp>
      <p:sp>
        <p:nvSpPr>
          <p:cNvPr id="24" name="">
            <a:extLst xmlns:a="http://schemas.openxmlformats.org/drawingml/2006/main">
              <a:ext uri="{FF2B5EF4-FFF2-40B4-BE49-F238E27FC236}">
                <a16:creationId xmlns:a16="http://schemas.microsoft.com/office/drawing/2014/main" id="{FBCA67FC-9A53-45F7-824B-EAF2C538C9CE}"/>
              </a:ext>
            </a:extLst>
          </p:cNvPr>
          <p:cNvSpPr>
            <a:spLocks xmlns:a="http://schemas.openxmlformats.org/drawingml/2006/main" noGrp="1"/>
          </p:cNvSpPr>
          <p:nvPr/>
        </p:nvSpPr>
        <p:spPr>
          <a:xfrm xmlns:a="http://schemas.openxmlformats.org/drawingml/2006/main">
            <a:off x="1266825" y="5543550"/>
            <a:ext cx="965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647681"/>
                </a:solidFill>
                <a:latin typeface="Noto Sans"/>
                <a:ea typeface="Noto Sans"/>
                <a:cs typeface="Noto Sans"/>
              </a:defRPr>
            </a:pPr>
            <a:r>
              <a:rPr sz="1650" b="0">
                <a:solidFill>
                  <a:srgbClr val="647681"/>
                </a:solidFill>
                <a:latin typeface="Noto Sans"/>
                <a:ea typeface="Noto Sans"/>
                <a:cs typeface="Noto Sans"/>
              </a:rPr>
              <a:t>State có version, config hash, atomic write, lock và deterministic replay</a:t>
            </a:r>
          </a:p>
        </p:txBody>
      </p:sp>
      <p:sp>
        <p:nvSpPr>
          <p:cNvPr id="25" name="">
            <a:extLst xmlns:a="http://schemas.openxmlformats.org/drawingml/2006/main">
              <a:ext uri="{FF2B5EF4-FFF2-40B4-BE49-F238E27FC236}">
                <a16:creationId xmlns:a16="http://schemas.microsoft.com/office/drawing/2014/main" id="{55CF2876-F726-4E35-A487-29C5090F405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26" name="">
            <a:extLst xmlns:a="http://schemas.openxmlformats.org/drawingml/2006/main">
              <a:ext uri="{FF2B5EF4-FFF2-40B4-BE49-F238E27FC236}">
                <a16:creationId xmlns:a16="http://schemas.microsoft.com/office/drawing/2014/main" id="{9A2F2437-B0EA-479F-AB20-EE75FAF8CD4A}"/>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27" name="">
            <a:extLst xmlns:a="http://schemas.openxmlformats.org/drawingml/2006/main">
              <a:ext uri="{FF2B5EF4-FFF2-40B4-BE49-F238E27FC236}">
                <a16:creationId xmlns:a16="http://schemas.microsoft.com/office/drawing/2014/main" id="{9AE4DA12-C45E-44B8-9180-F7298A748B4F}"/>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5</a:t>
            </a:r>
          </a:p>
        </p:txBody>
      </p:sp>
    </p:spTree>
    <p:extLst>
      <p:ext uri="{BB962C8B-B14F-4D97-AF65-F5344CB8AC3E}">
        <p14:creationId xmlns:p14="http://schemas.microsoft.com/office/powerpoint/2010/main" val="4835675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02623F-46F6-4CB8-A074-B4112E7D0ED2}"/>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ĐÁNH GIÁ VÀ VERIFICATION</a:t>
            </a:r>
          </a:p>
        </p:txBody>
      </p:sp>
      <p:sp>
        <p:nvSpPr>
          <p:cNvPr id="2" name="">
            <a:extLst xmlns:a="http://schemas.openxmlformats.org/drawingml/2006/main">
              <a:ext uri="{FF2B5EF4-FFF2-40B4-BE49-F238E27FC236}">
                <a16:creationId xmlns:a16="http://schemas.microsoft.com/office/drawing/2014/main" id="{93A1A9BE-D1F5-466C-92DD-3A00C720FF35}"/>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Shift 3 giữ cấu hình đã kiểm chứng trên phần cứng</a:t>
            </a:r>
          </a:p>
        </p:txBody>
      </p:sp>
      <p:sp>
        <p:nvSpPr>
          <p:cNvPr id="3" name="">
            <a:extLst xmlns:a="http://schemas.openxmlformats.org/drawingml/2006/main">
              <a:ext uri="{FF2B5EF4-FFF2-40B4-BE49-F238E27FC236}">
                <a16:creationId xmlns:a16="http://schemas.microsoft.com/office/drawing/2014/main" id="{91AB9FA5-FBC2-4663-973F-4F7CAFADB49E}"/>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graphicFrame>
        <p:nvGraphicFramePr>
          <p:cNvPr id="20" name="Chart"/>
          <p:cNvGraphicFramePr/>
          <p:nvPr/>
        </p:nvGraphicFramePr>
        <p:xfrm>
          <a:off xmlns:a="http://schemas.openxmlformats.org/drawingml/2006/main" x="666750" y="1676400"/>
          <a:ext xmlns:a="http://schemas.openxmlformats.org/drawingml/2006/main" cx="7143750" cy="3657600"/>
        </p:xfrm>
        <a:graphic xmlns:a="http://schemas.openxmlformats.org/drawingml/2006/main">
          <a:graphicData uri="http://schemas.openxmlformats.org/drawingml/2006/chart">
            <c:chart xmlns:r="http://schemas.openxmlformats.org/officeDocument/2006/relationships" xmlns:c="http://schemas.openxmlformats.org/drawingml/2006/chart" r:id="R9b72ae58d8084f42"/>
          </a:graphicData>
        </a:graphic>
      </p:graphicFrame>
      <p:sp>
        <p:nvSpPr>
          <p:cNvPr id="5" name="">
            <a:extLst xmlns:a="http://schemas.openxmlformats.org/drawingml/2006/main">
              <a:ext uri="{FF2B5EF4-FFF2-40B4-BE49-F238E27FC236}">
                <a16:creationId xmlns:a16="http://schemas.microsoft.com/office/drawing/2014/main" id="{07E1321A-1C8E-4DD9-B89B-E94A6899E79A}"/>
              </a:ext>
            </a:extLst>
          </p:cNvPr>
          <p:cNvSpPr>
            <a:spLocks xmlns:a="http://schemas.openxmlformats.org/drawingml/2006/main" noGrp="1"/>
          </p:cNvSpPr>
          <p:nvPr/>
        </p:nvSpPr>
        <p:spPr>
          <a:xfrm xmlns:a="http://schemas.openxmlformats.org/drawingml/2006/main">
            <a:off x="8172450" y="17621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1">
                <a:solidFill>
                  <a:srgbClr val="647681"/>
                </a:solidFill>
                <a:latin typeface="Noto Sans"/>
                <a:ea typeface="Noto Sans"/>
                <a:cs typeface="Noto Sans"/>
              </a:defRPr>
            </a:pPr>
            <a:r>
              <a:rPr sz="1275" b="1">
                <a:solidFill>
                  <a:srgbClr val="647681"/>
                </a:solidFill>
                <a:latin typeface="Noto Sans"/>
                <a:ea typeface="Noto Sans"/>
                <a:cs typeface="Noto Sans"/>
              </a:rPr>
              <a:t>Candidate tốt nhất theo MAE</a:t>
            </a:r>
          </a:p>
        </p:txBody>
      </p:sp>
      <p:sp>
        <p:nvSpPr>
          <p:cNvPr id="6" name="">
            <a:extLst xmlns:a="http://schemas.openxmlformats.org/drawingml/2006/main">
              <a:ext uri="{FF2B5EF4-FFF2-40B4-BE49-F238E27FC236}">
                <a16:creationId xmlns:a16="http://schemas.microsoft.com/office/drawing/2014/main" id="{EE7B6A38-DDF8-43D8-8FD0-2391D77063BD}"/>
              </a:ext>
            </a:extLst>
          </p:cNvPr>
          <p:cNvSpPr>
            <a:spLocks xmlns:a="http://schemas.openxmlformats.org/drawingml/2006/main" noGrp="1"/>
          </p:cNvSpPr>
          <p:nvPr/>
        </p:nvSpPr>
        <p:spPr>
          <a:xfrm xmlns:a="http://schemas.openxmlformats.org/drawingml/2006/main">
            <a:off x="8172450" y="20955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008ECC"/>
                </a:solidFill>
                <a:latin typeface="Noto Sans"/>
                <a:ea typeface="Noto Sans"/>
                <a:cs typeface="Noto Sans"/>
              </a:defRPr>
            </a:pPr>
            <a:r>
              <a:rPr sz="2850" b="1">
                <a:solidFill>
                  <a:srgbClr val="008ECC"/>
                </a:solidFill>
                <a:latin typeface="Noto Sans"/>
                <a:ea typeface="Noto Sans"/>
                <a:cs typeface="Noto Sans"/>
              </a:rPr>
              <a:t>SHIFT 2</a:t>
            </a:r>
          </a:p>
        </p:txBody>
      </p:sp>
      <p:sp>
        <p:nvSpPr>
          <p:cNvPr id="7" name="">
            <a:extLst xmlns:a="http://schemas.openxmlformats.org/drawingml/2006/main">
              <a:ext uri="{FF2B5EF4-FFF2-40B4-BE49-F238E27FC236}">
                <a16:creationId xmlns:a16="http://schemas.microsoft.com/office/drawing/2014/main" id="{E9876A02-0350-46AE-8C58-05A96103B639}"/>
              </a:ext>
            </a:extLst>
          </p:cNvPr>
          <p:cNvSpPr>
            <a:spLocks xmlns:a="http://schemas.openxmlformats.org/drawingml/2006/main" noGrp="1"/>
          </p:cNvSpPr>
          <p:nvPr/>
        </p:nvSpPr>
        <p:spPr>
          <a:xfrm xmlns:a="http://schemas.openxmlformats.org/drawingml/2006/main">
            <a:off x="8172450" y="2686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C47700"/>
                </a:solidFill>
                <a:latin typeface="Noto Sans"/>
                <a:ea typeface="Noto Sans"/>
                <a:cs typeface="Noto Sans"/>
              </a:defRPr>
            </a:pPr>
            <a:r>
              <a:rPr sz="1500" b="1">
                <a:solidFill>
                  <a:srgbClr val="C47700"/>
                </a:solidFill>
                <a:latin typeface="Noto Sans"/>
                <a:ea typeface="Noto Sans"/>
                <a:cs typeface="Noto Sans"/>
              </a:rPr>
              <a:t>Chưa promote</a:t>
            </a:r>
          </a:p>
        </p:txBody>
      </p:sp>
      <p:sp>
        <p:nvSpPr>
          <p:cNvPr id="8" name="">
            <a:extLst xmlns:a="http://schemas.openxmlformats.org/drawingml/2006/main">
              <a:ext uri="{FF2B5EF4-FFF2-40B4-BE49-F238E27FC236}">
                <a16:creationId xmlns:a16="http://schemas.microsoft.com/office/drawing/2014/main" id="{4412BE36-EBAD-4802-957E-63620E5B9F19}"/>
              </a:ext>
            </a:extLst>
          </p:cNvPr>
          <p:cNvSpPr>
            <a:spLocks xmlns:a="http://schemas.openxmlformats.org/drawingml/2006/main" noGrp="1"/>
          </p:cNvSpPr>
          <p:nvPr/>
        </p:nvSpPr>
        <p:spPr>
          <a:xfrm xmlns:a="http://schemas.openxmlformats.org/drawingml/2006/main">
            <a:off x="8172450" y="3181350"/>
            <a:ext cx="2857500" cy="0"/>
          </a:xfrm>
          <a:prstGeom xmlns:a="http://schemas.openxmlformats.org/drawingml/2006/main" prst="line">
            <a:avLst/>
          </a:prstGeom>
          <a:noFill xmlns:a="http://schemas.openxmlformats.org/drawingml/2006/main"/>
          <a:ln xmlns:a="http://schemas.openxmlformats.org/drawingml/2006/main" w="19050">
            <a:solidFill>
              <a:srgbClr val="C8D5DC"/>
            </a:solidFill>
          </a:ln>
        </p:spPr>
      </p:sp>
      <p:sp>
        <p:nvSpPr>
          <p:cNvPr id="9" name="">
            <a:extLst xmlns:a="http://schemas.openxmlformats.org/drawingml/2006/main">
              <a:ext uri="{FF2B5EF4-FFF2-40B4-BE49-F238E27FC236}">
                <a16:creationId xmlns:a16="http://schemas.microsoft.com/office/drawing/2014/main" id="{D26DE03A-B9CF-44A6-B622-EF023D2F3E16}"/>
              </a:ext>
            </a:extLst>
          </p:cNvPr>
          <p:cNvSpPr>
            <a:spLocks xmlns:a="http://schemas.openxmlformats.org/drawingml/2006/main" noGrp="1"/>
          </p:cNvSpPr>
          <p:nvPr/>
        </p:nvSpPr>
        <p:spPr>
          <a:xfrm xmlns:a="http://schemas.openxmlformats.org/drawingml/2006/main">
            <a:off x="8172450" y="333375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2344D"/>
                </a:solidFill>
                <a:latin typeface="Noto Sans"/>
                <a:ea typeface="Noto Sans"/>
                <a:cs typeface="Noto Sans"/>
              </a:defRPr>
            </a:pPr>
            <a:r>
              <a:rPr sz="2850" b="1">
                <a:solidFill>
                  <a:srgbClr val="12344D"/>
                </a:solidFill>
                <a:latin typeface="Noto Sans"/>
                <a:ea typeface="Noto Sans"/>
                <a:cs typeface="Noto Sans"/>
              </a:rPr>
              <a:t>94</a:t>
            </a:r>
          </a:p>
        </p:txBody>
      </p:sp>
      <p:sp>
        <p:nvSpPr>
          <p:cNvPr id="10" name="">
            <a:extLst xmlns:a="http://schemas.openxmlformats.org/drawingml/2006/main">
              <a:ext uri="{FF2B5EF4-FFF2-40B4-BE49-F238E27FC236}">
                <a16:creationId xmlns:a16="http://schemas.microsoft.com/office/drawing/2014/main" id="{1948FDBB-66BE-46F9-B0C3-C76AFE6821C9}"/>
              </a:ext>
            </a:extLst>
          </p:cNvPr>
          <p:cNvSpPr>
            <a:spLocks xmlns:a="http://schemas.openxmlformats.org/drawingml/2006/main" noGrp="1"/>
          </p:cNvSpPr>
          <p:nvPr/>
        </p:nvSpPr>
        <p:spPr>
          <a:xfrm xmlns:a="http://schemas.openxmlformats.org/drawingml/2006/main">
            <a:off x="8172450" y="388620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test Python pass</a:t>
            </a:r>
          </a:p>
        </p:txBody>
      </p:sp>
      <p:sp>
        <p:nvSpPr>
          <p:cNvPr id="11" name="">
            <a:extLst xmlns:a="http://schemas.openxmlformats.org/drawingml/2006/main">
              <a:ext uri="{FF2B5EF4-FFF2-40B4-BE49-F238E27FC236}">
                <a16:creationId xmlns:a16="http://schemas.microsoft.com/office/drawing/2014/main" id="{F3F4E137-0E63-4D77-BFAF-6C79B263D480}"/>
              </a:ext>
            </a:extLst>
          </p:cNvPr>
          <p:cNvSpPr>
            <a:spLocks xmlns:a="http://schemas.openxmlformats.org/drawingml/2006/main" noGrp="1"/>
          </p:cNvSpPr>
          <p:nvPr/>
        </p:nvSpPr>
        <p:spPr>
          <a:xfrm xmlns:a="http://schemas.openxmlformats.org/drawingml/2006/main">
            <a:off x="8172450" y="44577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68C7E"/>
                </a:solidFill>
                <a:latin typeface="Noto Sans"/>
                <a:ea typeface="Noto Sans"/>
                <a:cs typeface="Noto Sans"/>
              </a:defRPr>
            </a:pPr>
            <a:r>
              <a:rPr sz="2850" b="1">
                <a:solidFill>
                  <a:srgbClr val="168C7E"/>
                </a:solidFill>
                <a:latin typeface="Noto Sans"/>
                <a:ea typeface="Noto Sans"/>
                <a:cs typeface="Noto Sans"/>
              </a:rPr>
              <a:t>941</a:t>
            </a:r>
          </a:p>
        </p:txBody>
      </p:sp>
      <p:sp>
        <p:nvSpPr>
          <p:cNvPr id="12" name="">
            <a:extLst xmlns:a="http://schemas.openxmlformats.org/drawingml/2006/main">
              <a:ext uri="{FF2B5EF4-FFF2-40B4-BE49-F238E27FC236}">
                <a16:creationId xmlns:a16="http://schemas.microsoft.com/office/drawing/2014/main" id="{253F3F2A-A236-4BA5-B274-107C5050C3C4}"/>
              </a:ext>
            </a:extLst>
          </p:cNvPr>
          <p:cNvSpPr>
            <a:spLocks xmlns:a="http://schemas.openxmlformats.org/drawingml/2006/main" noGrp="1"/>
          </p:cNvSpPr>
          <p:nvPr/>
        </p:nvSpPr>
        <p:spPr>
          <a:xfrm xmlns:a="http://schemas.openxmlformats.org/drawingml/2006/main">
            <a:off x="8172450" y="50101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mẫu RTL, 0 lỗi</a:t>
            </a:r>
          </a:p>
        </p:txBody>
      </p:sp>
      <p:sp>
        <p:nvSpPr>
          <p:cNvPr id="13" name="">
            <a:extLst xmlns:a="http://schemas.openxmlformats.org/drawingml/2006/main">
              <a:ext uri="{FF2B5EF4-FFF2-40B4-BE49-F238E27FC236}">
                <a16:creationId xmlns:a16="http://schemas.microsoft.com/office/drawing/2014/main" id="{EAD99F9C-C1F4-4A8A-8295-4810703A5D1B}"/>
              </a:ext>
            </a:extLst>
          </p:cNvPr>
          <p:cNvSpPr>
            <a:spLocks xmlns:a="http://schemas.openxmlformats.org/drawingml/2006/main" noGrp="1"/>
          </p:cNvSpPr>
          <p:nvPr/>
        </p:nvSpPr>
        <p:spPr>
          <a:xfrm xmlns:a="http://schemas.openxmlformats.org/drawingml/2006/main">
            <a:off x="1485900" y="5638800"/>
            <a:ext cx="693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647681"/>
                </a:solidFill>
                <a:latin typeface="Noto Sans"/>
                <a:ea typeface="Noto Sans"/>
                <a:cs typeface="Noto Sans"/>
              </a:defRPr>
            </a:pPr>
            <a:r>
              <a:rPr sz="1425" b="0">
                <a:solidFill>
                  <a:srgbClr val="647681"/>
                </a:solidFill>
                <a:latin typeface="Noto Sans"/>
                <a:ea typeface="Noto Sans"/>
                <a:cs typeface="Noto Sans"/>
              </a:rPr>
              <a:t>390 target hours, 4 fold validation theo thời gian</a:t>
            </a:r>
          </a:p>
        </p:txBody>
      </p:sp>
      <p:sp>
        <p:nvSpPr>
          <p:cNvPr id="14" name="">
            <a:extLst xmlns:a="http://schemas.openxmlformats.org/drawingml/2006/main">
              <a:ext uri="{FF2B5EF4-FFF2-40B4-BE49-F238E27FC236}">
                <a16:creationId xmlns:a16="http://schemas.microsoft.com/office/drawing/2014/main" id="{0D9F0F7C-D8B3-4B1A-81E2-CA072D0B865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5" name="">
            <a:extLst xmlns:a="http://schemas.openxmlformats.org/drawingml/2006/main">
              <a:ext uri="{FF2B5EF4-FFF2-40B4-BE49-F238E27FC236}">
                <a16:creationId xmlns:a16="http://schemas.microsoft.com/office/drawing/2014/main" id="{C2C57442-6636-4AE9-BFD0-2E17E359EA4B}"/>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16" name="">
            <a:extLst xmlns:a="http://schemas.openxmlformats.org/drawingml/2006/main">
              <a:ext uri="{FF2B5EF4-FFF2-40B4-BE49-F238E27FC236}">
                <a16:creationId xmlns:a16="http://schemas.microsoft.com/office/drawing/2014/main" id="{A4EF806F-C4E9-4027-93D2-94B5FDF38D25}"/>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6</a:t>
            </a:r>
          </a:p>
        </p:txBody>
      </p:sp>
    </p:spTree>
    <p:extLst>
      <p:ext uri="{BB962C8B-B14F-4D97-AF65-F5344CB8AC3E}">
        <p14:creationId xmlns:p14="http://schemas.microsoft.com/office/powerpoint/2010/main" val="617021566"/>
      </p:ext>
    </p:extLst>
  </p:cSld>
</p:sld>
</file>

<file path=ppt/slides/slide7.xml><?xml version="1.0" encoding="utf-8"?>
<p:sld xmlns:p="http://schemas.openxmlformats.org/presentationml/2006/main">
  <p:cSld>
    <p:bg>
      <p:bgPr>
        <a:solidFill xmlns:a="http://schemas.openxmlformats.org/drawingml/2006/main">
          <a:srgbClr val="12344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22A9D9E-698C-476C-8415-443BD7A55B97}"/>
              </a:ext>
            </a:extLst>
          </p:cNvPr>
          <p:cNvSpPr>
            <a:spLocks xmlns:a="http://schemas.openxmlformats.org/drawingml/2006/main" noGrp="1"/>
          </p:cNvSpPr>
          <p:nvPr/>
        </p:nvSpPr>
        <p:spPr>
          <a:xfrm xmlns:a="http://schemas.openxmlformats.org/drawingml/2006/main">
            <a:off x="685800" y="4381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8DD6F0"/>
                </a:solidFill>
                <a:latin typeface="Noto Sans"/>
                <a:ea typeface="Noto Sans"/>
                <a:cs typeface="Noto Sans"/>
              </a:defRPr>
            </a:pPr>
            <a:r>
              <a:rPr sz="1125" b="1">
                <a:solidFill>
                  <a:srgbClr val="8DD6F0"/>
                </a:solidFill>
                <a:latin typeface="Noto Sans"/>
                <a:ea typeface="Noto Sans"/>
                <a:cs typeface="Noto Sans"/>
              </a:rPr>
              <a:t>KẾT QUẢ TRÊN TANG NANO 9K</a:t>
            </a:r>
          </a:p>
        </p:txBody>
      </p:sp>
      <p:sp>
        <p:nvSpPr>
          <p:cNvPr id="2" name="">
            <a:extLst xmlns:a="http://schemas.openxmlformats.org/drawingml/2006/main">
              <a:ext uri="{FF2B5EF4-FFF2-40B4-BE49-F238E27FC236}">
                <a16:creationId xmlns:a16="http://schemas.microsoft.com/office/drawing/2014/main" id="{E5E36755-2766-41CF-8724-78C64B5940A6}"/>
              </a:ext>
            </a:extLst>
          </p:cNvPr>
          <p:cNvSpPr>
            <a:spLocks xmlns:a="http://schemas.openxmlformats.org/drawingml/2006/main" noGrp="1"/>
          </p:cNvSpPr>
          <p:nvPr/>
        </p:nvSpPr>
        <p:spPr>
          <a:xfrm xmlns:a="http://schemas.openxmlformats.org/drawingml/2006/main">
            <a:off x="704850" y="1123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6300" b="1">
                <a:solidFill>
                  <a:srgbClr val="FFFFFF"/>
                </a:solidFill>
                <a:latin typeface="Noto Sans"/>
                <a:ea typeface="Noto Sans"/>
                <a:cs typeface="Noto Sans"/>
              </a:defRPr>
            </a:pPr>
            <a:r>
              <a:rPr sz="6300" b="1">
                <a:solidFill>
                  <a:srgbClr val="FFFFFF"/>
                </a:solidFill>
                <a:latin typeface="Noto Sans"/>
                <a:ea typeface="Noto Sans"/>
                <a:cs typeface="Noto Sans"/>
              </a:rPr>
              <a:t>140 / 140</a:t>
            </a:r>
          </a:p>
        </p:txBody>
      </p:sp>
      <p:sp>
        <p:nvSpPr>
          <p:cNvPr id="3" name="">
            <a:extLst xmlns:a="http://schemas.openxmlformats.org/drawingml/2006/main">
              <a:ext uri="{FF2B5EF4-FFF2-40B4-BE49-F238E27FC236}">
                <a16:creationId xmlns:a16="http://schemas.microsoft.com/office/drawing/2014/main" id="{F0F8F200-B41C-4EF7-B0A8-F9E217AF4B9E}"/>
              </a:ext>
            </a:extLst>
          </p:cNvPr>
          <p:cNvSpPr>
            <a:spLocks xmlns:a="http://schemas.openxmlformats.org/drawingml/2006/main" noGrp="1"/>
          </p:cNvSpPr>
          <p:nvPr/>
        </p:nvSpPr>
        <p:spPr>
          <a:xfrm xmlns:a="http://schemas.openxmlformats.org/drawingml/2006/main">
            <a:off x="742950" y="2247900"/>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D5EAF3"/>
                </a:solidFill>
                <a:latin typeface="Noto Sans"/>
                <a:ea typeface="Noto Sans"/>
                <a:cs typeface="Noto Sans"/>
              </a:defRPr>
            </a:pPr>
            <a:r>
              <a:rPr sz="2175" b="1">
                <a:solidFill>
                  <a:srgbClr val="D5EAF3"/>
                </a:solidFill>
                <a:latin typeface="Noto Sans"/>
                <a:ea typeface="Noto Sans"/>
                <a:cs typeface="Noto Sans"/>
              </a:rPr>
              <a:t>giao dịch UART khớp golden model</a:t>
            </a:r>
          </a:p>
        </p:txBody>
      </p:sp>
      <p:sp>
        <p:nvSpPr>
          <p:cNvPr id="4" name="">
            <a:extLst xmlns:a="http://schemas.openxmlformats.org/drawingml/2006/main">
              <a:ext uri="{FF2B5EF4-FFF2-40B4-BE49-F238E27FC236}">
                <a16:creationId xmlns:a16="http://schemas.microsoft.com/office/drawing/2014/main" id="{2F8D817F-0C77-4A8C-9EBE-18849494386A}"/>
              </a:ext>
            </a:extLst>
          </p:cNvPr>
          <p:cNvSpPr>
            <a:spLocks xmlns:a="http://schemas.openxmlformats.org/drawingml/2006/main" noGrp="1"/>
          </p:cNvSpPr>
          <p:nvPr/>
        </p:nvSpPr>
        <p:spPr>
          <a:xfrm xmlns:a="http://schemas.openxmlformats.org/drawingml/2006/main">
            <a:off x="781050" y="291465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148"/>
          </a:bodyPr>
          <a:lstStyle xmlns:a="http://schemas.openxmlformats.org/drawingml/2006/main"/>
          <a:p xmlns:a="http://schemas.openxmlformats.org/drawingml/2006/main">
            <a:pPr>
              <a:defRPr sz="2700" b="1">
                <a:solidFill>
                  <a:srgbClr val="61D5B9"/>
                </a:solidFill>
                <a:latin typeface="Noto Sans"/>
                <a:ea typeface="Noto Sans"/>
                <a:cs typeface="Noto Sans"/>
              </a:defRPr>
            </a:pPr>
            <a:r>
              <a:rPr sz="2700" b="1">
                <a:solidFill>
                  <a:srgbClr val="61D5B9"/>
                </a:solidFill>
                <a:latin typeface="Noto Sans"/>
                <a:ea typeface="Noto Sans"/>
                <a:cs typeface="Noto Sans"/>
              </a:rPr>
              <a:t>0 mismatch</a:t>
            </a:r>
          </a:p>
        </p:txBody>
      </p:sp>
      <p:sp>
        <p:nvSpPr>
          <p:cNvPr id="5" name="">
            <a:extLst xmlns:a="http://schemas.openxmlformats.org/drawingml/2006/main">
              <a:ext uri="{FF2B5EF4-FFF2-40B4-BE49-F238E27FC236}">
                <a16:creationId xmlns:a16="http://schemas.microsoft.com/office/drawing/2014/main" id="{423FE1E5-11DD-4435-B08F-0C1497BF804E}"/>
              </a:ext>
            </a:extLst>
          </p:cNvPr>
          <p:cNvSpPr>
            <a:spLocks xmlns:a="http://schemas.openxmlformats.org/drawingml/2006/main" noGrp="1"/>
          </p:cNvSpPr>
          <p:nvPr/>
        </p:nvSpPr>
        <p:spPr>
          <a:xfrm xmlns:a="http://schemas.openxmlformats.org/drawingml/2006/main">
            <a:off x="7620000" y="876300"/>
            <a:ext cx="3790950" cy="2552700"/>
          </a:xfrm>
          <a:prstGeom xmlns:a="http://schemas.openxmlformats.org/drawingml/2006/main" prst="roundRect">
            <a:avLst>
              <a:gd name="adj" fmla="val 8209"/>
            </a:avLst>
          </a:prstGeom>
          <a:solidFill xmlns:a="http://schemas.openxmlformats.org/drawingml/2006/main">
            <a:srgbClr val="173F59"/>
          </a:solidFill>
          <a:ln xmlns:a="http://schemas.openxmlformats.org/drawingml/2006/main" w="9525">
            <a:solidFill>
              <a:srgbClr val="3E6680"/>
            </a:solidFill>
          </a:ln>
        </p:spPr>
      </p:sp>
      <p:sp>
        <p:nvSpPr>
          <p:cNvPr id="6" name="">
            <a:extLst xmlns:a="http://schemas.openxmlformats.org/drawingml/2006/main">
              <a:ext uri="{FF2B5EF4-FFF2-40B4-BE49-F238E27FC236}">
                <a16:creationId xmlns:a16="http://schemas.microsoft.com/office/drawing/2014/main" id="{7A9BB52A-0731-404C-AE44-8C0E70B3197D}"/>
              </a:ext>
            </a:extLst>
          </p:cNvPr>
          <p:cNvSpPr>
            <a:spLocks xmlns:a="http://schemas.openxmlformats.org/drawingml/2006/main" noGrp="1"/>
          </p:cNvSpPr>
          <p:nvPr/>
        </p:nvSpPr>
        <p:spPr>
          <a:xfrm xmlns:a="http://schemas.openxmlformats.org/drawingml/2006/main">
            <a:off x="8001000" y="12192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GW1NR-LV9QN88PC6/I5</a:t>
            </a:r>
          </a:p>
        </p:txBody>
      </p:sp>
      <p:sp>
        <p:nvSpPr>
          <p:cNvPr id="7" name="">
            <a:extLst xmlns:a="http://schemas.openxmlformats.org/drawingml/2006/main">
              <a:ext uri="{FF2B5EF4-FFF2-40B4-BE49-F238E27FC236}">
                <a16:creationId xmlns:a16="http://schemas.microsoft.com/office/drawing/2014/main" id="{AD17AD67-233C-45E1-9463-A3A232176777}"/>
              </a:ext>
            </a:extLst>
          </p:cNvPr>
          <p:cNvSpPr>
            <a:spLocks xmlns:a="http://schemas.openxmlformats.org/drawingml/2006/main" noGrp="1"/>
          </p:cNvSpPr>
          <p:nvPr/>
        </p:nvSpPr>
        <p:spPr>
          <a:xfrm xmlns:a="http://schemas.openxmlformats.org/drawingml/2006/main">
            <a:off x="8020050" y="18288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B9CFDA"/>
                </a:solidFill>
                <a:latin typeface="Noto Sans"/>
                <a:ea typeface="Noto Sans"/>
                <a:cs typeface="Noto Sans"/>
              </a:defRPr>
            </a:pPr>
            <a:r>
              <a:rPr sz="1350" b="0">
                <a:solidFill>
                  <a:srgbClr val="B9CFDA"/>
                </a:solidFill>
                <a:latin typeface="Noto Sans"/>
                <a:ea typeface="Noto Sans"/>
                <a:cs typeface="Noto Sans"/>
              </a:rPr>
              <a:t>Clock mục tiêu</a:t>
            </a:r>
          </a:p>
        </p:txBody>
      </p:sp>
      <p:sp>
        <p:nvSpPr>
          <p:cNvPr id="8" name="">
            <a:extLst xmlns:a="http://schemas.openxmlformats.org/drawingml/2006/main">
              <a:ext uri="{FF2B5EF4-FFF2-40B4-BE49-F238E27FC236}">
                <a16:creationId xmlns:a16="http://schemas.microsoft.com/office/drawing/2014/main" id="{48A9C06E-2FEB-493C-B309-8FE53102720E}"/>
              </a:ext>
            </a:extLst>
          </p:cNvPr>
          <p:cNvSpPr>
            <a:spLocks xmlns:a="http://schemas.openxmlformats.org/drawingml/2006/main" noGrp="1"/>
          </p:cNvSpPr>
          <p:nvPr/>
        </p:nvSpPr>
        <p:spPr>
          <a:xfrm xmlns:a="http://schemas.openxmlformats.org/drawingml/2006/main">
            <a:off x="9715500" y="18097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r">
              <a:defRPr sz="1650" b="1">
                <a:solidFill>
                  <a:srgbClr val="FFFFFF"/>
                </a:solidFill>
                <a:latin typeface="Noto Sans"/>
                <a:ea typeface="Noto Sans"/>
                <a:cs typeface="Noto Sans"/>
              </a:defRPr>
            </a:pPr>
            <a:r>
              <a:rPr sz="1650" b="1">
                <a:solidFill>
                  <a:srgbClr val="FFFFFF"/>
                </a:solidFill>
                <a:latin typeface="Noto Sans"/>
                <a:ea typeface="Noto Sans"/>
                <a:cs typeface="Noto Sans"/>
              </a:rPr>
              <a:t>27 MHz</a:t>
            </a:r>
          </a:p>
        </p:txBody>
      </p:sp>
      <p:sp>
        <p:nvSpPr>
          <p:cNvPr id="9" name="">
            <a:extLst xmlns:a="http://schemas.openxmlformats.org/drawingml/2006/main">
              <a:ext uri="{FF2B5EF4-FFF2-40B4-BE49-F238E27FC236}">
                <a16:creationId xmlns:a16="http://schemas.microsoft.com/office/drawing/2014/main" id="{ABA1ED0A-CADE-4D9C-9B87-7A7510E4A8C6}"/>
              </a:ext>
            </a:extLst>
          </p:cNvPr>
          <p:cNvSpPr>
            <a:spLocks xmlns:a="http://schemas.openxmlformats.org/drawingml/2006/main" noGrp="1"/>
          </p:cNvSpPr>
          <p:nvPr/>
        </p:nvSpPr>
        <p:spPr>
          <a:xfrm xmlns:a="http://schemas.openxmlformats.org/drawingml/2006/main">
            <a:off x="8020050" y="23241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B9CFDA"/>
                </a:solidFill>
                <a:latin typeface="Noto Sans"/>
                <a:ea typeface="Noto Sans"/>
                <a:cs typeface="Noto Sans"/>
              </a:defRPr>
            </a:pPr>
            <a:r>
              <a:rPr sz="1350" b="0">
                <a:solidFill>
                  <a:srgbClr val="B9CFDA"/>
                </a:solidFill>
                <a:latin typeface="Noto Sans"/>
                <a:ea typeface="Noto Sans"/>
                <a:cs typeface="Noto Sans"/>
              </a:rPr>
              <a:t>Actual Fmax</a:t>
            </a:r>
          </a:p>
        </p:txBody>
      </p:sp>
      <p:sp>
        <p:nvSpPr>
          <p:cNvPr id="10" name="">
            <a:extLst xmlns:a="http://schemas.openxmlformats.org/drawingml/2006/main">
              <a:ext uri="{FF2B5EF4-FFF2-40B4-BE49-F238E27FC236}">
                <a16:creationId xmlns:a16="http://schemas.microsoft.com/office/drawing/2014/main" id="{D9ACF232-0DF2-4F77-AD6A-146B6C55F1A5}"/>
              </a:ext>
            </a:extLst>
          </p:cNvPr>
          <p:cNvSpPr>
            <a:spLocks xmlns:a="http://schemas.openxmlformats.org/drawingml/2006/main" noGrp="1"/>
          </p:cNvSpPr>
          <p:nvPr/>
        </p:nvSpPr>
        <p:spPr>
          <a:xfrm xmlns:a="http://schemas.openxmlformats.org/drawingml/2006/main">
            <a:off x="9525000" y="2305050"/>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r">
              <a:defRPr sz="1650" b="1">
                <a:solidFill>
                  <a:srgbClr val="FFFFFF"/>
                </a:solidFill>
                <a:latin typeface="Noto Sans"/>
                <a:ea typeface="Noto Sans"/>
                <a:cs typeface="Noto Sans"/>
              </a:defRPr>
            </a:pPr>
            <a:r>
              <a:rPr sz="1650" b="1">
                <a:solidFill>
                  <a:srgbClr val="FFFFFF"/>
                </a:solidFill>
                <a:latin typeface="Noto Sans"/>
                <a:ea typeface="Noto Sans"/>
                <a:cs typeface="Noto Sans"/>
              </a:rPr>
              <a:t>58,705 MHz</a:t>
            </a:r>
          </a:p>
        </p:txBody>
      </p:sp>
      <p:sp>
        <p:nvSpPr>
          <p:cNvPr id="11" name="">
            <a:extLst xmlns:a="http://schemas.openxmlformats.org/drawingml/2006/main">
              <a:ext uri="{FF2B5EF4-FFF2-40B4-BE49-F238E27FC236}">
                <a16:creationId xmlns:a16="http://schemas.microsoft.com/office/drawing/2014/main" id="{82FF91B5-B19C-4E6C-AAE6-84A23BFCF506}"/>
              </a:ext>
            </a:extLst>
          </p:cNvPr>
          <p:cNvSpPr>
            <a:spLocks xmlns:a="http://schemas.openxmlformats.org/drawingml/2006/main" noGrp="1"/>
          </p:cNvSpPr>
          <p:nvPr/>
        </p:nvSpPr>
        <p:spPr>
          <a:xfrm xmlns:a="http://schemas.openxmlformats.org/drawingml/2006/main">
            <a:off x="8020050" y="28194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B9CFDA"/>
                </a:solidFill>
                <a:latin typeface="Noto Sans"/>
                <a:ea typeface="Noto Sans"/>
                <a:cs typeface="Noto Sans"/>
              </a:defRPr>
            </a:pPr>
            <a:r>
              <a:rPr sz="1350" b="0">
                <a:solidFill>
                  <a:srgbClr val="B9CFDA"/>
                </a:solidFill>
                <a:latin typeface="Noto Sans"/>
                <a:ea typeface="Noto Sans"/>
                <a:cs typeface="Noto Sans"/>
              </a:rPr>
              <a:t>Timing violations</a:t>
            </a:r>
          </a:p>
        </p:txBody>
      </p:sp>
      <p:sp>
        <p:nvSpPr>
          <p:cNvPr id="12" name="">
            <a:extLst xmlns:a="http://schemas.openxmlformats.org/drawingml/2006/main">
              <a:ext uri="{FF2B5EF4-FFF2-40B4-BE49-F238E27FC236}">
                <a16:creationId xmlns:a16="http://schemas.microsoft.com/office/drawing/2014/main" id="{089EF828-BCEF-4DD3-A462-AA050F074DF2}"/>
              </a:ext>
            </a:extLst>
          </p:cNvPr>
          <p:cNvSpPr>
            <a:spLocks xmlns:a="http://schemas.openxmlformats.org/drawingml/2006/main" noGrp="1"/>
          </p:cNvSpPr>
          <p:nvPr/>
        </p:nvSpPr>
        <p:spPr>
          <a:xfrm xmlns:a="http://schemas.openxmlformats.org/drawingml/2006/main">
            <a:off x="10363200" y="27813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r">
              <a:defRPr sz="1800" b="1">
                <a:solidFill>
                  <a:srgbClr val="61D5B9"/>
                </a:solidFill>
                <a:latin typeface="Noto Sans"/>
                <a:ea typeface="Noto Sans"/>
                <a:cs typeface="Noto Sans"/>
              </a:defRPr>
            </a:pPr>
            <a:r>
              <a:rPr sz="1800" b="1">
                <a:solidFill>
                  <a:srgbClr val="61D5B9"/>
                </a:solidFill>
                <a:latin typeface="Noto Sans"/>
                <a:ea typeface="Noto Sans"/>
                <a:cs typeface="Noto Sans"/>
              </a:rPr>
              <a:t>0</a:t>
            </a:r>
          </a:p>
        </p:txBody>
      </p:sp>
      <p:sp>
        <p:nvSpPr>
          <p:cNvPr id="13" name="">
            <a:extLst xmlns:a="http://schemas.openxmlformats.org/drawingml/2006/main">
              <a:ext uri="{FF2B5EF4-FFF2-40B4-BE49-F238E27FC236}">
                <a16:creationId xmlns:a16="http://schemas.microsoft.com/office/drawing/2014/main" id="{F0AB2B3F-B44B-4A2E-8300-CFE7FC41DDE7}"/>
              </a:ext>
            </a:extLst>
          </p:cNvPr>
          <p:cNvSpPr>
            <a:spLocks xmlns:a="http://schemas.openxmlformats.org/drawingml/2006/main" noGrp="1"/>
          </p:cNvSpPr>
          <p:nvPr/>
        </p:nvSpPr>
        <p:spPr>
          <a:xfrm xmlns:a="http://schemas.openxmlformats.org/drawingml/2006/main">
            <a:off x="723900" y="3867150"/>
            <a:ext cx="10668000" cy="0"/>
          </a:xfrm>
          <a:prstGeom xmlns:a="http://schemas.openxmlformats.org/drawingml/2006/main" prst="line">
            <a:avLst/>
          </a:prstGeom>
          <a:noFill xmlns:a="http://schemas.openxmlformats.org/drawingml/2006/main"/>
          <a:ln xmlns:a="http://schemas.openxmlformats.org/drawingml/2006/main" w="19050">
            <a:solidFill>
              <a:srgbClr val="416075"/>
            </a:solidFill>
          </a:ln>
        </p:spPr>
      </p:sp>
      <p:sp>
        <p:nvSpPr>
          <p:cNvPr id="14" name="">
            <a:extLst xmlns:a="http://schemas.openxmlformats.org/drawingml/2006/main">
              <a:ext uri="{FF2B5EF4-FFF2-40B4-BE49-F238E27FC236}">
                <a16:creationId xmlns:a16="http://schemas.microsoft.com/office/drawing/2014/main" id="{BCEDDE3C-9435-4F94-A473-B8BAFC015C9F}"/>
              </a:ext>
            </a:extLst>
          </p:cNvPr>
          <p:cNvSpPr>
            <a:spLocks xmlns:a="http://schemas.openxmlformats.org/drawingml/2006/main" noGrp="1"/>
          </p:cNvSpPr>
          <p:nvPr/>
        </p:nvSpPr>
        <p:spPr>
          <a:xfrm xmlns:a="http://schemas.openxmlformats.org/drawingml/2006/main">
            <a:off x="781050" y="42481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490 / 8.640</a:t>
            </a:r>
          </a:p>
        </p:txBody>
      </p:sp>
      <p:sp>
        <p:nvSpPr>
          <p:cNvPr id="15" name="">
            <a:extLst xmlns:a="http://schemas.openxmlformats.org/drawingml/2006/main">
              <a:ext uri="{FF2B5EF4-FFF2-40B4-BE49-F238E27FC236}">
                <a16:creationId xmlns:a16="http://schemas.microsoft.com/office/drawing/2014/main" id="{48D4946D-8B97-4AAA-9498-C4B121026F31}"/>
              </a:ext>
            </a:extLst>
          </p:cNvPr>
          <p:cNvSpPr>
            <a:spLocks xmlns:a="http://schemas.openxmlformats.org/drawingml/2006/main" noGrp="1"/>
          </p:cNvSpPr>
          <p:nvPr/>
        </p:nvSpPr>
        <p:spPr>
          <a:xfrm xmlns:a="http://schemas.openxmlformats.org/drawingml/2006/main">
            <a:off x="781050" y="48006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logic, 6%</a:t>
            </a:r>
          </a:p>
        </p:txBody>
      </p:sp>
      <p:sp>
        <p:nvSpPr>
          <p:cNvPr id="16" name="">
            <a:extLst xmlns:a="http://schemas.openxmlformats.org/drawingml/2006/main">
              <a:ext uri="{FF2B5EF4-FFF2-40B4-BE49-F238E27FC236}">
                <a16:creationId xmlns:a16="http://schemas.microsoft.com/office/drawing/2014/main" id="{48911BF8-8937-4EEC-9FDA-834389FFE816}"/>
              </a:ext>
            </a:extLst>
          </p:cNvPr>
          <p:cNvSpPr>
            <a:spLocks xmlns:a="http://schemas.openxmlformats.org/drawingml/2006/main" noGrp="1"/>
          </p:cNvSpPr>
          <p:nvPr/>
        </p:nvSpPr>
        <p:spPr>
          <a:xfrm xmlns:a="http://schemas.openxmlformats.org/drawingml/2006/main">
            <a:off x="4514850" y="42481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283 / 6.693</a:t>
            </a:r>
          </a:p>
        </p:txBody>
      </p:sp>
      <p:sp>
        <p:nvSpPr>
          <p:cNvPr id="17" name="">
            <a:extLst xmlns:a="http://schemas.openxmlformats.org/drawingml/2006/main">
              <a:ext uri="{FF2B5EF4-FFF2-40B4-BE49-F238E27FC236}">
                <a16:creationId xmlns:a16="http://schemas.microsoft.com/office/drawing/2014/main" id="{6BFB4977-5D0B-43E1-BAEC-50742304892C}"/>
              </a:ext>
            </a:extLst>
          </p:cNvPr>
          <p:cNvSpPr>
            <a:spLocks xmlns:a="http://schemas.openxmlformats.org/drawingml/2006/main" noGrp="1"/>
          </p:cNvSpPr>
          <p:nvPr/>
        </p:nvSpPr>
        <p:spPr>
          <a:xfrm xmlns:a="http://schemas.openxmlformats.org/drawingml/2006/main">
            <a:off x="4514850" y="48006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register, 5%</a:t>
            </a:r>
          </a:p>
        </p:txBody>
      </p:sp>
      <p:sp>
        <p:nvSpPr>
          <p:cNvPr id="18" name="">
            <a:extLst xmlns:a="http://schemas.openxmlformats.org/drawingml/2006/main">
              <a:ext uri="{FF2B5EF4-FFF2-40B4-BE49-F238E27FC236}">
                <a16:creationId xmlns:a16="http://schemas.microsoft.com/office/drawing/2014/main" id="{8AFE3C24-5665-4015-90C6-1F5F20D462BB}"/>
              </a:ext>
            </a:extLst>
          </p:cNvPr>
          <p:cNvSpPr>
            <a:spLocks xmlns:a="http://schemas.openxmlformats.org/drawingml/2006/main" noGrp="1"/>
          </p:cNvSpPr>
          <p:nvPr/>
        </p:nvSpPr>
        <p:spPr>
          <a:xfrm xmlns:a="http://schemas.openxmlformats.org/drawingml/2006/main">
            <a:off x="8248650" y="42481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61D5B9"/>
                </a:solidFill>
                <a:latin typeface="Noto Sans"/>
                <a:ea typeface="Noto Sans"/>
                <a:cs typeface="Noto Sans"/>
              </a:defRPr>
            </a:pPr>
            <a:r>
              <a:rPr sz="2850" b="1">
                <a:solidFill>
                  <a:srgbClr val="61D5B9"/>
                </a:solidFill>
                <a:latin typeface="Noto Sans"/>
                <a:ea typeface="Noto Sans"/>
                <a:cs typeface="Noto Sans"/>
              </a:rPr>
              <a:t>+20,003 ns</a:t>
            </a:r>
          </a:p>
        </p:txBody>
      </p:sp>
      <p:sp>
        <p:nvSpPr>
          <p:cNvPr id="19" name="">
            <a:extLst xmlns:a="http://schemas.openxmlformats.org/drawingml/2006/main">
              <a:ext uri="{FF2B5EF4-FFF2-40B4-BE49-F238E27FC236}">
                <a16:creationId xmlns:a16="http://schemas.microsoft.com/office/drawing/2014/main" id="{8FF1E29E-E6F9-4170-BA14-471B63A1132B}"/>
              </a:ext>
            </a:extLst>
          </p:cNvPr>
          <p:cNvSpPr>
            <a:spLocks xmlns:a="http://schemas.openxmlformats.org/drawingml/2006/main" noGrp="1"/>
          </p:cNvSpPr>
          <p:nvPr/>
        </p:nvSpPr>
        <p:spPr>
          <a:xfrm xmlns:a="http://schemas.openxmlformats.org/drawingml/2006/main">
            <a:off x="8248650" y="48006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a:solidFill>
                  <a:srgbClr val="647681"/>
                </a:solidFill>
                <a:latin typeface="Noto Sans"/>
                <a:ea typeface="Noto Sans"/>
                <a:cs typeface="Noto Sans"/>
              </a:defRPr>
            </a:pPr>
            <a:r>
              <a:rPr sz="1275" b="0">
                <a:solidFill>
                  <a:srgbClr val="647681"/>
                </a:solidFill>
                <a:latin typeface="Noto Sans"/>
                <a:ea typeface="Noto Sans"/>
                <a:cs typeface="Noto Sans"/>
              </a:rPr>
              <a:t>worst setup slack đại diện</a:t>
            </a:r>
          </a:p>
        </p:txBody>
      </p:sp>
      <p:sp>
        <p:nvSpPr>
          <p:cNvPr id="20" name="">
            <a:extLst xmlns:a="http://schemas.openxmlformats.org/drawingml/2006/main">
              <a:ext uri="{FF2B5EF4-FFF2-40B4-BE49-F238E27FC236}">
                <a16:creationId xmlns:a16="http://schemas.microsoft.com/office/drawing/2014/main" id="{55A5D52C-7C63-4E7B-ABD3-75B4A77AB232}"/>
              </a:ext>
            </a:extLst>
          </p:cNvPr>
          <p:cNvSpPr>
            <a:spLocks xmlns:a="http://schemas.openxmlformats.org/drawingml/2006/main" noGrp="1"/>
          </p:cNvSpPr>
          <p:nvPr/>
        </p:nvSpPr>
        <p:spPr>
          <a:xfrm xmlns:a="http://schemas.openxmlformats.org/drawingml/2006/main">
            <a:off x="1695450" y="5848350"/>
            <a:ext cx="8801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lgn="ctr">
              <a:defRPr sz="1575" b="1">
                <a:solidFill>
                  <a:srgbClr val="B9CFDA"/>
                </a:solidFill>
                <a:latin typeface="Noto Sans"/>
                <a:ea typeface="Noto Sans"/>
                <a:cs typeface="Noto Sans"/>
              </a:defRPr>
            </a:pPr>
            <a:r>
              <a:rPr sz="1575" b="1">
                <a:solidFill>
                  <a:srgbClr val="B9CFDA"/>
                </a:solidFill>
                <a:latin typeface="Noto Sans"/>
                <a:ea typeface="Noto Sans"/>
                <a:cs typeface="Noto Sans"/>
              </a:rPr>
              <a:t>Synthesis, place and route, bitstream, SRAM và UART</a:t>
            </a:r>
          </a:p>
        </p:txBody>
      </p:sp>
      <p:sp>
        <p:nvSpPr>
          <p:cNvPr id="21" name="">
            <a:extLst xmlns:a="http://schemas.openxmlformats.org/drawingml/2006/main">
              <a:ext uri="{FF2B5EF4-FFF2-40B4-BE49-F238E27FC236}">
                <a16:creationId xmlns:a16="http://schemas.microsoft.com/office/drawing/2014/main" id="{59299FF5-423E-41B4-8498-26767B06B9B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416075"/>
            </a:solidFill>
          </a:ln>
        </p:spPr>
      </p:sp>
      <p:sp>
        <p:nvSpPr>
          <p:cNvPr id="22" name="">
            <a:extLst xmlns:a="http://schemas.openxmlformats.org/drawingml/2006/main">
              <a:ext uri="{FF2B5EF4-FFF2-40B4-BE49-F238E27FC236}">
                <a16:creationId xmlns:a16="http://schemas.microsoft.com/office/drawing/2014/main" id="{05BAC01D-C8F9-45DC-9DAF-ADB47A6DB418}"/>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B9CFDA"/>
                </a:solidFill>
                <a:latin typeface="Noto Sans"/>
                <a:ea typeface="Noto Sans"/>
                <a:cs typeface="Noto Sans"/>
              </a:defRPr>
            </a:pPr>
            <a:r>
              <a:rPr sz="900" b="1">
                <a:solidFill>
                  <a:srgbClr val="B9CFDA"/>
                </a:solidFill>
                <a:latin typeface="Noto Sans"/>
                <a:ea typeface="Noto Sans"/>
                <a:cs typeface="Noto Sans"/>
              </a:rPr>
              <a:t>CHUNG KẾT THIẾT KẾ VI MẠCH UIT III</a:t>
            </a:r>
          </a:p>
        </p:txBody>
      </p:sp>
      <p:sp>
        <p:nvSpPr>
          <p:cNvPr id="23" name="">
            <a:extLst xmlns:a="http://schemas.openxmlformats.org/drawingml/2006/main">
              <a:ext uri="{FF2B5EF4-FFF2-40B4-BE49-F238E27FC236}">
                <a16:creationId xmlns:a16="http://schemas.microsoft.com/office/drawing/2014/main" id="{56DAC633-487C-4190-B5E8-110AAFCEFDF7}"/>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B9CFDA"/>
                </a:solidFill>
                <a:latin typeface="Noto Sans"/>
                <a:ea typeface="Noto Sans"/>
                <a:cs typeface="Noto Sans"/>
              </a:defRPr>
            </a:pPr>
            <a:r>
              <a:rPr sz="975" b="1">
                <a:solidFill>
                  <a:srgbClr val="B9CFDA"/>
                </a:solidFill>
                <a:latin typeface="Noto Sans"/>
                <a:ea typeface="Noto Sans"/>
                <a:cs typeface="Noto Sans"/>
              </a:rPr>
              <a:t>7</a:t>
            </a:r>
          </a:p>
        </p:txBody>
      </p:sp>
    </p:spTree>
    <p:extLst>
      <p:ext uri="{BB962C8B-B14F-4D97-AF65-F5344CB8AC3E}">
        <p14:creationId xmlns:p14="http://schemas.microsoft.com/office/powerpoint/2010/main" val="16070911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B3ACEAB-1296-4918-AA93-5FA8FF35A947}"/>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KẾT LUẬN</a:t>
            </a:r>
          </a:p>
        </p:txBody>
      </p:sp>
      <p:sp>
        <p:nvSpPr>
          <p:cNvPr id="2" name="">
            <a:extLst xmlns:a="http://schemas.openxmlformats.org/drawingml/2006/main">
              <a:ext uri="{FF2B5EF4-FFF2-40B4-BE49-F238E27FC236}">
                <a16:creationId xmlns:a16="http://schemas.microsoft.com/office/drawing/2014/main" id="{E037C438-E29A-4BDB-83EA-080675C5296A}"/>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Demo kiểm tra từng phản hồi của FPGA</a:t>
            </a:r>
          </a:p>
        </p:txBody>
      </p:sp>
      <p:sp>
        <p:nvSpPr>
          <p:cNvPr id="3" name="">
            <a:extLst xmlns:a="http://schemas.openxmlformats.org/drawingml/2006/main">
              <a:ext uri="{FF2B5EF4-FFF2-40B4-BE49-F238E27FC236}">
                <a16:creationId xmlns:a16="http://schemas.microsoft.com/office/drawing/2014/main" id="{3720CCD5-4080-4290-994F-026B41737B8A}"/>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5333C823-4E0C-4201-AD03-EBBC629EE788}"/>
              </a:ext>
            </a:extLst>
          </p:cNvPr>
          <p:cNvSpPr>
            <a:spLocks xmlns:a="http://schemas.openxmlformats.org/drawingml/2006/main" noGrp="1"/>
          </p:cNvSpPr>
          <p:nvPr/>
        </p:nvSpPr>
        <p:spPr>
          <a:xfrm xmlns:a="http://schemas.openxmlformats.org/drawingml/2006/main">
            <a:off x="933450" y="19812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005A9C"/>
                </a:solidFill>
                <a:latin typeface="Noto Sans"/>
                <a:ea typeface="Noto Sans"/>
                <a:cs typeface="Noto Sans"/>
              </a:defRPr>
            </a:pPr>
            <a:r>
              <a:rPr sz="2025" b="1">
                <a:solidFill>
                  <a:srgbClr val="005A9C"/>
                </a:solidFill>
                <a:latin typeface="Noto Sans"/>
                <a:ea typeface="Noto Sans"/>
                <a:cs typeface="Noto Sans"/>
              </a:rPr>
              <a:t>Laptop</a:t>
            </a:r>
          </a:p>
        </p:txBody>
      </p:sp>
      <p:sp>
        <p:nvSpPr>
          <p:cNvPr id="5" name="">
            <a:extLst xmlns:a="http://schemas.openxmlformats.org/drawingml/2006/main">
              <a:ext uri="{FF2B5EF4-FFF2-40B4-BE49-F238E27FC236}">
                <a16:creationId xmlns:a16="http://schemas.microsoft.com/office/drawing/2014/main" id="{434191B4-C087-48D4-8EBA-EC71C8525B68}"/>
              </a:ext>
            </a:extLst>
          </p:cNvPr>
          <p:cNvSpPr>
            <a:spLocks xmlns:a="http://schemas.openxmlformats.org/drawingml/2006/main" noGrp="1"/>
          </p:cNvSpPr>
          <p:nvPr/>
        </p:nvSpPr>
        <p:spPr>
          <a:xfrm xmlns:a="http://schemas.openxmlformats.org/drawingml/2006/main">
            <a:off x="4933950" y="1981200"/>
            <a:ext cx="2324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12344D"/>
                </a:solidFill>
                <a:latin typeface="Noto Sans"/>
                <a:ea typeface="Noto Sans"/>
                <a:cs typeface="Noto Sans"/>
              </a:defRPr>
            </a:pPr>
            <a:r>
              <a:rPr sz="2025" b="1">
                <a:solidFill>
                  <a:srgbClr val="12344D"/>
                </a:solidFill>
                <a:latin typeface="Noto Sans"/>
                <a:ea typeface="Noto Sans"/>
                <a:cs typeface="Noto Sans"/>
              </a:rPr>
              <a:t>Tang Nano 9K</a:t>
            </a:r>
          </a:p>
        </p:txBody>
      </p:sp>
      <p:sp>
        <p:nvSpPr>
          <p:cNvPr id="6" name="">
            <a:extLst xmlns:a="http://schemas.openxmlformats.org/drawingml/2006/main">
              <a:ext uri="{FF2B5EF4-FFF2-40B4-BE49-F238E27FC236}">
                <a16:creationId xmlns:a16="http://schemas.microsoft.com/office/drawing/2014/main" id="{3A1E825C-AA86-4E9A-A82B-30EAC614D24B}"/>
              </a:ext>
            </a:extLst>
          </p:cNvPr>
          <p:cNvSpPr>
            <a:spLocks xmlns:a="http://schemas.openxmlformats.org/drawingml/2006/main" noGrp="1"/>
          </p:cNvSpPr>
          <p:nvPr/>
        </p:nvSpPr>
        <p:spPr>
          <a:xfrm xmlns:a="http://schemas.openxmlformats.org/drawingml/2006/main">
            <a:off x="8953500" y="1981200"/>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168C7E"/>
                </a:solidFill>
                <a:latin typeface="Noto Sans"/>
                <a:ea typeface="Noto Sans"/>
                <a:cs typeface="Noto Sans"/>
              </a:defRPr>
            </a:pPr>
            <a:r>
              <a:rPr sz="2025" b="1">
                <a:solidFill>
                  <a:srgbClr val="168C7E"/>
                </a:solidFill>
                <a:latin typeface="Noto Sans"/>
                <a:ea typeface="Noto Sans"/>
                <a:cs typeface="Noto Sans"/>
              </a:rPr>
              <a:t>Golden model</a:t>
            </a:r>
          </a:p>
        </p:txBody>
      </p:sp>
      <p:sp>
        <p:nvSpPr>
          <p:cNvPr id="7" name="">
            <a:extLst xmlns:a="http://schemas.openxmlformats.org/drawingml/2006/main">
              <a:ext uri="{FF2B5EF4-FFF2-40B4-BE49-F238E27FC236}">
                <a16:creationId xmlns:a16="http://schemas.microsoft.com/office/drawing/2014/main" id="{35952D76-3B2A-4D88-8001-75704D40C265}"/>
              </a:ext>
            </a:extLst>
          </p:cNvPr>
          <p:cNvSpPr>
            <a:spLocks xmlns:a="http://schemas.openxmlformats.org/drawingml/2006/main" noGrp="1"/>
          </p:cNvSpPr>
          <p:nvPr/>
        </p:nvSpPr>
        <p:spPr>
          <a:xfrm xmlns:a="http://schemas.openxmlformats.org/drawingml/2006/main">
            <a:off x="952500" y="2647950"/>
            <a:ext cx="1676400" cy="838200"/>
          </a:xfrm>
          <a:prstGeom xmlns:a="http://schemas.openxmlformats.org/drawingml/2006/main" prst="roundRect">
            <a:avLst>
              <a:gd name="adj" fmla="val 20455"/>
            </a:avLst>
          </a:prstGeom>
          <a:solidFill xmlns:a="http://schemas.openxmlformats.org/drawingml/2006/main">
            <a:srgbClr val="EAF3F8"/>
          </a:solidFill>
          <a:ln xmlns:a="http://schemas.openxmlformats.org/drawingml/2006/main" w="9525">
            <a:solidFill>
              <a:srgbClr val="005A9C"/>
            </a:solidFill>
          </a:ln>
        </p:spPr>
      </p:sp>
      <p:sp>
        <p:nvSpPr>
          <p:cNvPr id="8" name="">
            <a:extLst xmlns:a="http://schemas.openxmlformats.org/drawingml/2006/main">
              <a:ext uri="{FF2B5EF4-FFF2-40B4-BE49-F238E27FC236}">
                <a16:creationId xmlns:a16="http://schemas.microsoft.com/office/drawing/2014/main" id="{EC5A740E-2081-4C15-B4D3-E9749E2EC5E6}"/>
              </a:ext>
            </a:extLst>
          </p:cNvPr>
          <p:cNvSpPr>
            <a:spLocks xmlns:a="http://schemas.openxmlformats.org/drawingml/2006/main" noGrp="1"/>
          </p:cNvSpPr>
          <p:nvPr/>
        </p:nvSpPr>
        <p:spPr>
          <a:xfrm xmlns:a="http://schemas.openxmlformats.org/drawingml/2006/main">
            <a:off x="5105400" y="2647950"/>
            <a:ext cx="1981200" cy="838200"/>
          </a:xfrm>
          <a:prstGeom xmlns:a="http://schemas.openxmlformats.org/drawingml/2006/main" prst="roundRect">
            <a:avLst>
              <a:gd name="adj" fmla="val 20455"/>
            </a:avLst>
          </a:prstGeom>
          <a:solidFill xmlns:a="http://schemas.openxmlformats.org/drawingml/2006/main">
            <a:srgbClr val="12344D"/>
          </a:solidFill>
          <a:ln xmlns:a="http://schemas.openxmlformats.org/drawingml/2006/main" w="9525">
            <a:solidFill>
              <a:srgbClr val="12344D"/>
            </a:solidFill>
          </a:ln>
        </p:spPr>
      </p:sp>
      <p:sp>
        <p:nvSpPr>
          <p:cNvPr id="9" name="">
            <a:extLst xmlns:a="http://schemas.openxmlformats.org/drawingml/2006/main">
              <a:ext uri="{FF2B5EF4-FFF2-40B4-BE49-F238E27FC236}">
                <a16:creationId xmlns:a16="http://schemas.microsoft.com/office/drawing/2014/main" id="{24A0B1B5-BC00-4A49-A7FB-77430E1C04F3}"/>
              </a:ext>
            </a:extLst>
          </p:cNvPr>
          <p:cNvSpPr>
            <a:spLocks xmlns:a="http://schemas.openxmlformats.org/drawingml/2006/main" noGrp="1"/>
          </p:cNvSpPr>
          <p:nvPr/>
        </p:nvSpPr>
        <p:spPr>
          <a:xfrm xmlns:a="http://schemas.openxmlformats.org/drawingml/2006/main">
            <a:off x="9086850" y="2647950"/>
            <a:ext cx="1714500" cy="838200"/>
          </a:xfrm>
          <a:prstGeom xmlns:a="http://schemas.openxmlformats.org/drawingml/2006/main" prst="roundRect">
            <a:avLst>
              <a:gd name="adj" fmla="val 20455"/>
            </a:avLst>
          </a:prstGeom>
          <a:solidFill xmlns:a="http://schemas.openxmlformats.org/drawingml/2006/main">
            <a:srgbClr val="E8F4F1"/>
          </a:solidFill>
          <a:ln xmlns:a="http://schemas.openxmlformats.org/drawingml/2006/main" w="9525">
            <a:solidFill>
              <a:srgbClr val="168C7E"/>
            </a:solidFill>
          </a:ln>
        </p:spPr>
      </p:sp>
      <p:sp>
        <p:nvSpPr>
          <p:cNvPr id="10" name="">
            <a:extLst xmlns:a="http://schemas.openxmlformats.org/drawingml/2006/main">
              <a:ext uri="{FF2B5EF4-FFF2-40B4-BE49-F238E27FC236}">
                <a16:creationId xmlns:a16="http://schemas.microsoft.com/office/drawing/2014/main" id="{B5B81494-E86F-4DD2-8525-5FB805C422A1}"/>
              </a:ext>
            </a:extLst>
          </p:cNvPr>
          <p:cNvSpPr>
            <a:spLocks xmlns:a="http://schemas.openxmlformats.org/drawingml/2006/main" noGrp="1"/>
          </p:cNvSpPr>
          <p:nvPr/>
        </p:nvSpPr>
        <p:spPr>
          <a:xfrm xmlns:a="http://schemas.openxmlformats.org/drawingml/2006/main">
            <a:off x="1085850" y="2876550"/>
            <a:ext cx="140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2344D"/>
                </a:solidFill>
                <a:latin typeface="Noto Sans"/>
                <a:ea typeface="Noto Sans"/>
                <a:cs typeface="Noto Sans"/>
              </a:defRPr>
            </a:pPr>
            <a:r>
              <a:rPr sz="1650" b="1">
                <a:solidFill>
                  <a:srgbClr val="12344D"/>
                </a:solidFill>
                <a:latin typeface="Noto Sans"/>
                <a:ea typeface="Noto Sans"/>
                <a:cs typeface="Noto Sans"/>
              </a:rPr>
              <a:t>Gửi packet</a:t>
            </a:r>
          </a:p>
        </p:txBody>
      </p:sp>
      <p:sp>
        <p:nvSpPr>
          <p:cNvPr id="11" name="">
            <a:extLst xmlns:a="http://schemas.openxmlformats.org/drawingml/2006/main">
              <a:ext uri="{FF2B5EF4-FFF2-40B4-BE49-F238E27FC236}">
                <a16:creationId xmlns:a16="http://schemas.microsoft.com/office/drawing/2014/main" id="{BC958B33-B75E-44D4-9DE1-D177B674C33E}"/>
              </a:ext>
            </a:extLst>
          </p:cNvPr>
          <p:cNvSpPr>
            <a:spLocks xmlns:a="http://schemas.openxmlformats.org/drawingml/2006/main" noGrp="1"/>
          </p:cNvSpPr>
          <p:nvPr/>
        </p:nvSpPr>
        <p:spPr>
          <a:xfrm xmlns:a="http://schemas.openxmlformats.org/drawingml/2006/main">
            <a:off x="5248275" y="2876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FFFFFF"/>
                </a:solidFill>
                <a:latin typeface="Noto Sans"/>
                <a:ea typeface="Noto Sans"/>
                <a:cs typeface="Noto Sans"/>
              </a:defRPr>
            </a:pPr>
            <a:r>
              <a:rPr sz="1650" b="1">
                <a:solidFill>
                  <a:srgbClr val="FFFFFF"/>
                </a:solidFill>
                <a:latin typeface="Noto Sans"/>
                <a:ea typeface="Noto Sans"/>
                <a:cs typeface="Noto Sans"/>
              </a:rPr>
              <a:t>Chạy core RTL</a:t>
            </a:r>
          </a:p>
        </p:txBody>
      </p:sp>
      <p:sp>
        <p:nvSpPr>
          <p:cNvPr id="12" name="">
            <a:extLst xmlns:a="http://schemas.openxmlformats.org/drawingml/2006/main">
              <a:ext uri="{FF2B5EF4-FFF2-40B4-BE49-F238E27FC236}">
                <a16:creationId xmlns:a16="http://schemas.microsoft.com/office/drawing/2014/main" id="{CF54B6FB-7B67-4966-A2F2-F3A780DF3D3B}"/>
              </a:ext>
            </a:extLst>
          </p:cNvPr>
          <p:cNvSpPr>
            <a:spLocks xmlns:a="http://schemas.openxmlformats.org/drawingml/2006/main" noGrp="1"/>
          </p:cNvSpPr>
          <p:nvPr/>
        </p:nvSpPr>
        <p:spPr>
          <a:xfrm xmlns:a="http://schemas.openxmlformats.org/drawingml/2006/main">
            <a:off x="9239250" y="2876550"/>
            <a:ext cx="140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2344D"/>
                </a:solidFill>
                <a:latin typeface="Noto Sans"/>
                <a:ea typeface="Noto Sans"/>
                <a:cs typeface="Noto Sans"/>
              </a:defRPr>
            </a:pPr>
            <a:r>
              <a:rPr sz="1650" b="1">
                <a:solidFill>
                  <a:srgbClr val="12344D"/>
                </a:solidFill>
                <a:latin typeface="Noto Sans"/>
                <a:ea typeface="Noto Sans"/>
                <a:cs typeface="Noto Sans"/>
              </a:rPr>
              <a:t>So sánh</a:t>
            </a:r>
          </a:p>
        </p:txBody>
      </p:sp>
      <p:cxnSp>
        <p:nvCxnSpPr>
          <p:cNvPr id="34" name=""/>
          <p:cNvCxnSpPr>
            <a:stCxn xmlns:a="http://schemas.openxmlformats.org/drawingml/2006/main" id="7" idx="3"/>
            <a:endCxn xmlns:a="http://schemas.openxmlformats.org/drawingml/2006/main" id="8" idx="1"/>
          </p:cNvCxnSpPr>
          <p:nvPr/>
        </p:nvCxnSpPr>
        <p:spPr>
          <a:xfrm xmlns:a="http://schemas.openxmlformats.org/drawingml/2006/main">
            <a:off x="2628900" y="3067050"/>
            <a:ext cx="2476500" cy="0"/>
          </a:xfrm>
          <a:prstGeom xmlns:a="http://schemas.openxmlformats.org/drawingml/2006/main" prst="straightConnector1">
            <a:avLst/>
          </a:prstGeom>
          <a:ln xmlns:a="http://schemas.openxmlformats.org/drawingml/2006/main" w="28575">
            <a:solidFill>
              <a:srgbClr val="005A9C"/>
            </a:solidFill>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a:off x="7086600" y="3067050"/>
            <a:ext cx="2000250" cy="0"/>
          </a:xfrm>
          <a:prstGeom xmlns:a="http://schemas.openxmlformats.org/drawingml/2006/main" prst="straightConnector1">
            <a:avLst/>
          </a:prstGeom>
          <a:ln xmlns:a="http://schemas.openxmlformats.org/drawingml/2006/main" w="28575">
            <a:solidFill>
              <a:srgbClr val="168C7E"/>
            </a:solidFill>
            <a:tailEnd type="arrow" w="med" len="med"/>
          </a:ln>
        </p:spPr>
      </p:cxnSp>
      <p:sp>
        <p:nvSpPr>
          <p:cNvPr id="15" name="">
            <a:extLst xmlns:a="http://schemas.openxmlformats.org/drawingml/2006/main">
              <a:ext uri="{FF2B5EF4-FFF2-40B4-BE49-F238E27FC236}">
                <a16:creationId xmlns:a16="http://schemas.microsoft.com/office/drawing/2014/main" id="{588ED58B-16F0-4ACA-B45D-609963DD3EC3}"/>
              </a:ext>
            </a:extLst>
          </p:cNvPr>
          <p:cNvSpPr>
            <a:spLocks xmlns:a="http://schemas.openxmlformats.org/drawingml/2006/main" noGrp="1"/>
          </p:cNvSpPr>
          <p:nvPr/>
        </p:nvSpPr>
        <p:spPr>
          <a:xfrm xmlns:a="http://schemas.openxmlformats.org/drawingml/2006/main">
            <a:off x="2590800" y="4038600"/>
            <a:ext cx="701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250" b="1">
                <a:solidFill>
                  <a:srgbClr val="12344D"/>
                </a:solidFill>
                <a:latin typeface="Noto Sans"/>
                <a:ea typeface="Noto Sans"/>
                <a:cs typeface="Noto Sans"/>
              </a:defRPr>
            </a:pPr>
            <a:r>
              <a:rPr sz="2250" b="1">
                <a:solidFill>
                  <a:srgbClr val="12344D"/>
                </a:solidFill>
                <a:latin typeface="Noto Sans"/>
                <a:ea typeface="Noto Sans"/>
                <a:cs typeface="Noto Sans"/>
              </a:rPr>
              <a:t>Kết quả được kiểm tra theo từng giao dịch</a:t>
            </a:r>
          </a:p>
        </p:txBody>
      </p:sp>
      <p:sp>
        <p:nvSpPr>
          <p:cNvPr id="16" name="">
            <a:extLst xmlns:a="http://schemas.openxmlformats.org/drawingml/2006/main">
              <a:ext uri="{FF2B5EF4-FFF2-40B4-BE49-F238E27FC236}">
                <a16:creationId xmlns:a16="http://schemas.microsoft.com/office/drawing/2014/main" id="{1E0E64F9-DD64-466D-95A5-488635422D45}"/>
              </a:ext>
            </a:extLst>
          </p:cNvPr>
          <p:cNvSpPr>
            <a:spLocks xmlns:a="http://schemas.openxmlformats.org/drawingml/2006/main" noGrp="1"/>
          </p:cNvSpPr>
          <p:nvPr/>
        </p:nvSpPr>
        <p:spPr>
          <a:xfrm xmlns:a="http://schemas.openxmlformats.org/drawingml/2006/main">
            <a:off x="2476500" y="4629150"/>
            <a:ext cx="723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0">
                <a:solidFill>
                  <a:srgbClr val="647681"/>
                </a:solidFill>
                <a:latin typeface="Noto Sans"/>
                <a:ea typeface="Noto Sans"/>
                <a:cs typeface="Noto Sans"/>
              </a:defRPr>
            </a:pPr>
            <a:r>
              <a:rPr sz="1500" b="0">
                <a:solidFill>
                  <a:srgbClr val="647681"/>
                </a:solidFill>
                <a:latin typeface="Noto Sans"/>
                <a:ea typeface="Noto Sans"/>
                <a:cs typeface="Noto Sans"/>
              </a:rPr>
              <a:t>fused, bias, alert level, alert state, valid và accepted</a:t>
            </a:r>
          </a:p>
        </p:txBody>
      </p:sp>
      <p:sp>
        <p:nvSpPr>
          <p:cNvPr id="17" name="">
            <a:extLst xmlns:a="http://schemas.openxmlformats.org/drawingml/2006/main">
              <a:ext uri="{FF2B5EF4-FFF2-40B4-BE49-F238E27FC236}">
                <a16:creationId xmlns:a16="http://schemas.microsoft.com/office/drawing/2014/main" id="{6E1A699D-784D-4438-81B6-150551B412FB}"/>
              </a:ext>
            </a:extLst>
          </p:cNvPr>
          <p:cNvSpPr>
            <a:spLocks xmlns:a="http://schemas.openxmlformats.org/drawingml/2006/main" noGrp="1"/>
          </p:cNvSpPr>
          <p:nvPr/>
        </p:nvSpPr>
        <p:spPr>
          <a:xfrm xmlns:a="http://schemas.openxmlformats.org/drawingml/2006/main">
            <a:off x="1657350" y="5276850"/>
            <a:ext cx="88773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18" name="">
            <a:extLst xmlns:a="http://schemas.openxmlformats.org/drawingml/2006/main">
              <a:ext uri="{FF2B5EF4-FFF2-40B4-BE49-F238E27FC236}">
                <a16:creationId xmlns:a16="http://schemas.microsoft.com/office/drawing/2014/main" id="{D5A86CBD-B372-4366-B087-DCB18A80789E}"/>
              </a:ext>
            </a:extLst>
          </p:cNvPr>
          <p:cNvSpPr>
            <a:spLocks xmlns:a="http://schemas.openxmlformats.org/drawingml/2006/main" noGrp="1"/>
          </p:cNvSpPr>
          <p:nvPr/>
        </p:nvSpPr>
        <p:spPr>
          <a:xfrm xmlns:a="http://schemas.openxmlformats.org/drawingml/2006/main">
            <a:off x="1371600" y="5534025"/>
            <a:ext cx="9448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12344D"/>
                </a:solidFill>
                <a:latin typeface="Noto Sans"/>
                <a:ea typeface="Noto Sans"/>
                <a:cs typeface="Noto Sans"/>
              </a:defRPr>
            </a:pPr>
            <a:r>
              <a:rPr sz="2025" b="1">
                <a:solidFill>
                  <a:srgbClr val="12344D"/>
                </a:solidFill>
                <a:latin typeface="Noto Sans"/>
                <a:ea typeface="Noto Sans"/>
                <a:cs typeface="Noto Sans"/>
              </a:rPr>
              <a:t>IP nhỏ, xác định và đã kiểm chứng vật lý trong phạm vi công bố</a:t>
            </a:r>
          </a:p>
        </p:txBody>
      </p:sp>
      <p:sp>
        <p:nvSpPr>
          <p:cNvPr id="19" name="">
            <a:extLst xmlns:a="http://schemas.openxmlformats.org/drawingml/2006/main">
              <a:ext uri="{FF2B5EF4-FFF2-40B4-BE49-F238E27FC236}">
                <a16:creationId xmlns:a16="http://schemas.microsoft.com/office/drawing/2014/main" id="{1D1C669E-4645-4D36-80C8-CEEAAB3304B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20" name="">
            <a:extLst xmlns:a="http://schemas.openxmlformats.org/drawingml/2006/main">
              <a:ext uri="{FF2B5EF4-FFF2-40B4-BE49-F238E27FC236}">
                <a16:creationId xmlns:a16="http://schemas.microsoft.com/office/drawing/2014/main" id="{750FF648-B84A-471D-9655-1E90AD453487}"/>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CHUNG KẾT THIẾT KẾ VI MẠCH UIT III</a:t>
            </a:r>
          </a:p>
        </p:txBody>
      </p:sp>
      <p:sp>
        <p:nvSpPr>
          <p:cNvPr id="21" name="">
            <a:extLst xmlns:a="http://schemas.openxmlformats.org/drawingml/2006/main">
              <a:ext uri="{FF2B5EF4-FFF2-40B4-BE49-F238E27FC236}">
                <a16:creationId xmlns:a16="http://schemas.microsoft.com/office/drawing/2014/main" id="{333403B0-7937-4FCD-8D95-7FEAE4FF47C6}"/>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8</a:t>
            </a:r>
          </a:p>
        </p:txBody>
      </p:sp>
    </p:spTree>
    <p:extLst>
      <p:ext uri="{BB962C8B-B14F-4D97-AF65-F5344CB8AC3E}">
        <p14:creationId xmlns:p14="http://schemas.microsoft.com/office/powerpoint/2010/main" val="13956196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F2C5477-9004-4E2D-9A49-63EF7FF40882}"/>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PHỤ LỤC Q&amp;A</a:t>
            </a:r>
          </a:p>
        </p:txBody>
      </p:sp>
      <p:sp>
        <p:nvSpPr>
          <p:cNvPr id="2" name="">
            <a:extLst xmlns:a="http://schemas.openxmlformats.org/drawingml/2006/main">
              <a:ext uri="{FF2B5EF4-FFF2-40B4-BE49-F238E27FC236}">
                <a16:creationId xmlns:a16="http://schemas.microsoft.com/office/drawing/2014/main" id="{31BD909F-4136-428A-8111-06482D34EBCD}"/>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Semantics fixed-point chính thức</a:t>
            </a:r>
          </a:p>
        </p:txBody>
      </p:sp>
      <p:sp>
        <p:nvSpPr>
          <p:cNvPr id="3" name="">
            <a:extLst xmlns:a="http://schemas.openxmlformats.org/drawingml/2006/main">
              <a:ext uri="{FF2B5EF4-FFF2-40B4-BE49-F238E27FC236}">
                <a16:creationId xmlns:a16="http://schemas.microsoft.com/office/drawing/2014/main" id="{0241514F-8746-4CEA-9985-25753AB20406}"/>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05F888ED-0C0E-40D7-ADCA-1A90553359C4}"/>
              </a:ext>
            </a:extLst>
          </p:cNvPr>
          <p:cNvSpPr>
            <a:spLocks xmlns:a="http://schemas.openxmlformats.org/drawingml/2006/main" noGrp="1"/>
          </p:cNvSpPr>
          <p:nvPr/>
        </p:nvSpPr>
        <p:spPr>
          <a:xfrm xmlns:a="http://schemas.openxmlformats.org/drawingml/2006/main">
            <a:off x="1066800" y="16764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2344D"/>
                </a:solidFill>
                <a:latin typeface="DejaVu Sans Mono"/>
                <a:ea typeface="DejaVu Sans Mono"/>
                <a:cs typeface="DejaVu Sans Mono"/>
              </a:defRPr>
            </a:pPr>
            <a:r>
              <a:rPr sz="1800" b="1">
                <a:solidFill>
                  <a:srgbClr val="12344D"/>
                </a:solidFill>
                <a:latin typeface="DejaVu Sans Mono"/>
                <a:ea typeface="DejaVu Sans Mono"/>
                <a:cs typeface="DejaVu Sans Mono"/>
              </a:rPr>
              <a:t>residual = PA − CAMS</a:t>
            </a:r>
          </a:p>
        </p:txBody>
      </p:sp>
      <p:sp>
        <p:nvSpPr>
          <p:cNvPr id="5" name="">
            <a:extLst xmlns:a="http://schemas.openxmlformats.org/drawingml/2006/main">
              <a:ext uri="{FF2B5EF4-FFF2-40B4-BE49-F238E27FC236}">
                <a16:creationId xmlns:a16="http://schemas.microsoft.com/office/drawing/2014/main" id="{DC4E27E2-9AE0-4C29-91F3-C6CD28627136}"/>
              </a:ext>
            </a:extLst>
          </p:cNvPr>
          <p:cNvSpPr>
            <a:spLocks xmlns:a="http://schemas.openxmlformats.org/drawingml/2006/main" noGrp="1"/>
          </p:cNvSpPr>
          <p:nvPr/>
        </p:nvSpPr>
        <p:spPr>
          <a:xfrm xmlns:a="http://schemas.openxmlformats.org/drawingml/2006/main">
            <a:off x="1066800" y="23622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2344D"/>
                </a:solidFill>
                <a:latin typeface="DejaVu Sans Mono"/>
                <a:ea typeface="DejaVu Sans Mono"/>
                <a:cs typeface="DejaVu Sans Mono"/>
              </a:defRPr>
            </a:pPr>
            <a:r>
              <a:rPr sz="1800" b="1">
                <a:solidFill>
                  <a:srgbClr val="12344D"/>
                </a:solidFill>
                <a:latin typeface="DejaVu Sans Mono"/>
                <a:ea typeface="DejaVu Sans Mono"/>
                <a:cs typeface="DejaVu Sans Mono"/>
              </a:rPr>
              <a:t>error = residual − bias_before</a:t>
            </a:r>
          </a:p>
        </p:txBody>
      </p:sp>
      <p:sp>
        <p:nvSpPr>
          <p:cNvPr id="6" name="">
            <a:extLst xmlns:a="http://schemas.openxmlformats.org/drawingml/2006/main">
              <a:ext uri="{FF2B5EF4-FFF2-40B4-BE49-F238E27FC236}">
                <a16:creationId xmlns:a16="http://schemas.microsoft.com/office/drawing/2014/main" id="{385A3147-EF6C-4B3E-80F3-82F53B89FA92}"/>
              </a:ext>
            </a:extLst>
          </p:cNvPr>
          <p:cNvSpPr>
            <a:spLocks xmlns:a="http://schemas.openxmlformats.org/drawingml/2006/main" noGrp="1"/>
          </p:cNvSpPr>
          <p:nvPr/>
        </p:nvSpPr>
        <p:spPr>
          <a:xfrm xmlns:a="http://schemas.openxmlformats.org/drawingml/2006/main">
            <a:off x="1066800" y="30480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2344D"/>
                </a:solidFill>
                <a:latin typeface="DejaVu Sans Mono"/>
                <a:ea typeface="DejaVu Sans Mono"/>
                <a:cs typeface="DejaVu Sans Mono"/>
              </a:defRPr>
            </a:pPr>
            <a:r>
              <a:rPr sz="1800" b="1">
                <a:solidFill>
                  <a:srgbClr val="12344D"/>
                </a:solidFill>
                <a:latin typeface="DejaVu Sans Mono"/>
                <a:ea typeface="DejaVu Sans Mono"/>
                <a:cs typeface="DejaVu Sans Mono"/>
              </a:rPr>
              <a:t>delta = error &gt;&gt;&gt; ALPHA_SHIFT</a:t>
            </a:r>
          </a:p>
        </p:txBody>
      </p:sp>
      <p:sp>
        <p:nvSpPr>
          <p:cNvPr id="7" name="">
            <a:extLst xmlns:a="http://schemas.openxmlformats.org/drawingml/2006/main">
              <a:ext uri="{FF2B5EF4-FFF2-40B4-BE49-F238E27FC236}">
                <a16:creationId xmlns:a16="http://schemas.microsoft.com/office/drawing/2014/main" id="{F0483CE2-6E2B-4209-BAE1-35EFFFE8A46C}"/>
              </a:ext>
            </a:extLst>
          </p:cNvPr>
          <p:cNvSpPr>
            <a:spLocks xmlns:a="http://schemas.openxmlformats.org/drawingml/2006/main" noGrp="1"/>
          </p:cNvSpPr>
          <p:nvPr/>
        </p:nvSpPr>
        <p:spPr>
          <a:xfrm xmlns:a="http://schemas.openxmlformats.org/drawingml/2006/main">
            <a:off x="1066800" y="37338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2344D"/>
                </a:solidFill>
                <a:latin typeface="DejaVu Sans Mono"/>
                <a:ea typeface="DejaVu Sans Mono"/>
                <a:cs typeface="DejaVu Sans Mono"/>
              </a:defRPr>
            </a:pPr>
            <a:r>
              <a:rPr sz="1800" b="1">
                <a:solidFill>
                  <a:srgbClr val="12344D"/>
                </a:solidFill>
                <a:latin typeface="DejaVu Sans Mono"/>
                <a:ea typeface="DejaVu Sans Mono"/>
                <a:cs typeface="DejaVu Sans Mono"/>
              </a:rPr>
              <a:t>bias_after = sat(bias_before + delta) khi valid và qc_ok</a:t>
            </a:r>
          </a:p>
        </p:txBody>
      </p:sp>
      <p:sp>
        <p:nvSpPr>
          <p:cNvPr id="8" name="">
            <a:extLst xmlns:a="http://schemas.openxmlformats.org/drawingml/2006/main">
              <a:ext uri="{FF2B5EF4-FFF2-40B4-BE49-F238E27FC236}">
                <a16:creationId xmlns:a16="http://schemas.microsoft.com/office/drawing/2014/main" id="{7A0DDB67-BFA8-42D6-BF7D-8B9168BB124C}"/>
              </a:ext>
            </a:extLst>
          </p:cNvPr>
          <p:cNvSpPr>
            <a:spLocks xmlns:a="http://schemas.openxmlformats.org/drawingml/2006/main" noGrp="1"/>
          </p:cNvSpPr>
          <p:nvPr/>
        </p:nvSpPr>
        <p:spPr>
          <a:xfrm xmlns:a="http://schemas.openxmlformats.org/drawingml/2006/main">
            <a:off x="1066800" y="44196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68C7E"/>
                </a:solidFill>
                <a:latin typeface="DejaVu Sans Mono"/>
                <a:ea typeface="DejaVu Sans Mono"/>
                <a:cs typeface="DejaVu Sans Mono"/>
              </a:defRPr>
            </a:pPr>
            <a:r>
              <a:rPr sz="2025" b="1">
                <a:solidFill>
                  <a:srgbClr val="168C7E"/>
                </a:solidFill>
                <a:latin typeface="DejaVu Sans Mono"/>
                <a:ea typeface="DejaVu Sans Mono"/>
                <a:cs typeface="DejaVu Sans Mono"/>
              </a:rPr>
              <a:t>fused = sat(CAMS + bias_before)</a:t>
            </a:r>
          </a:p>
        </p:txBody>
      </p:sp>
      <p:sp>
        <p:nvSpPr>
          <p:cNvPr id="9" name="">
            <a:extLst xmlns:a="http://schemas.openxmlformats.org/drawingml/2006/main">
              <a:ext uri="{FF2B5EF4-FFF2-40B4-BE49-F238E27FC236}">
                <a16:creationId xmlns:a16="http://schemas.microsoft.com/office/drawing/2014/main" id="{4C5F8F30-5E95-4BDC-B154-52C298F44891}"/>
              </a:ext>
            </a:extLst>
          </p:cNvPr>
          <p:cNvSpPr>
            <a:spLocks xmlns:a="http://schemas.openxmlformats.org/drawingml/2006/main" noGrp="1"/>
          </p:cNvSpPr>
          <p:nvPr/>
        </p:nvSpPr>
        <p:spPr>
          <a:xfrm xmlns:a="http://schemas.openxmlformats.org/drawingml/2006/main">
            <a:off x="1238250" y="5391150"/>
            <a:ext cx="9696450" cy="590550"/>
          </a:xfrm>
          <a:prstGeom xmlns:a="http://schemas.openxmlformats.org/drawingml/2006/main" prst="roundRect">
            <a:avLst>
              <a:gd name="adj" fmla="val 22581"/>
            </a:avLst>
          </a:prstGeom>
          <a:solidFill xmlns:a="http://schemas.openxmlformats.org/drawingml/2006/main">
            <a:srgbClr val="EAF3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ED3DCA-09CA-494B-A5AE-4C2E82DA112B}"/>
              </a:ext>
            </a:extLst>
          </p:cNvPr>
          <p:cNvSpPr>
            <a:spLocks xmlns:a="http://schemas.openxmlformats.org/drawingml/2006/main" noGrp="1"/>
          </p:cNvSpPr>
          <p:nvPr/>
        </p:nvSpPr>
        <p:spPr>
          <a:xfrm xmlns:a="http://schemas.openxmlformats.org/drawingml/2006/main">
            <a:off x="1466850" y="5534025"/>
            <a:ext cx="923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ctr">
              <a:defRPr sz="1725" b="1">
                <a:solidFill>
                  <a:srgbClr val="12344D"/>
                </a:solidFill>
                <a:latin typeface="Noto Sans"/>
                <a:ea typeface="Noto Sans"/>
                <a:cs typeface="Noto Sans"/>
              </a:defRPr>
            </a:pPr>
            <a:r>
              <a:rPr sz="1725" b="1">
                <a:solidFill>
                  <a:srgbClr val="12344D"/>
                </a:solidFill>
                <a:latin typeface="Noto Sans"/>
                <a:ea typeface="Noto Sans"/>
                <a:cs typeface="Noto Sans"/>
              </a:rPr>
              <a:t>sample_valid=1, qc_ok=0 vẫn tạo fused và giữ bias</a:t>
            </a:r>
          </a:p>
        </p:txBody>
      </p:sp>
      <p:sp>
        <p:nvSpPr>
          <p:cNvPr id="11" name="">
            <a:extLst xmlns:a="http://schemas.openxmlformats.org/drawingml/2006/main">
              <a:ext uri="{FF2B5EF4-FFF2-40B4-BE49-F238E27FC236}">
                <a16:creationId xmlns:a16="http://schemas.microsoft.com/office/drawing/2014/main" id="{217B2587-5129-495D-A461-E06758F87B2E}"/>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2" name="">
            <a:extLst xmlns:a="http://schemas.openxmlformats.org/drawingml/2006/main">
              <a:ext uri="{FF2B5EF4-FFF2-40B4-BE49-F238E27FC236}">
                <a16:creationId xmlns:a16="http://schemas.microsoft.com/office/drawing/2014/main" id="{577F2876-6077-459D-AD43-8FA88F872291}"/>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PHỤ LỤC Q&amp;A</a:t>
            </a:r>
          </a:p>
        </p:txBody>
      </p:sp>
      <p:sp>
        <p:nvSpPr>
          <p:cNvPr id="13" name="">
            <a:extLst xmlns:a="http://schemas.openxmlformats.org/drawingml/2006/main">
              <a:ext uri="{FF2B5EF4-FFF2-40B4-BE49-F238E27FC236}">
                <a16:creationId xmlns:a16="http://schemas.microsoft.com/office/drawing/2014/main" id="{5D2CEAD7-A076-442C-90CA-4DD041DC3373}"/>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9</a:t>
            </a:r>
          </a:p>
        </p:txBody>
      </p:sp>
    </p:spTree>
    <p:extLst>
      <p:ext uri="{BB962C8B-B14F-4D97-AF65-F5344CB8AC3E}">
        <p14:creationId xmlns:p14="http://schemas.microsoft.com/office/powerpoint/2010/main" val="9148138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D2A65417-E779-4935-8DDE-C63A413A2096}"/>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PHỤ LỤC Q&amp;A</a:t>
            </a:r>
          </a:p>
        </p:txBody>
      </p:sp>
      <p:sp>
        <p:nvSpPr>
          <p:cNvPr id="2" name="">
            <a:extLst xmlns:a="http://schemas.openxmlformats.org/drawingml/2006/main">
              <a:ext uri="{FF2B5EF4-FFF2-40B4-BE49-F238E27FC236}">
                <a16:creationId xmlns:a16="http://schemas.microsoft.com/office/drawing/2014/main" id="{686973CE-1845-4A74-BFF2-7051CCA54465}"/>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Packet UART và stop-and-wait</a:t>
            </a:r>
          </a:p>
        </p:txBody>
      </p:sp>
      <p:sp>
        <p:nvSpPr>
          <p:cNvPr id="3" name="">
            <a:extLst xmlns:a="http://schemas.openxmlformats.org/drawingml/2006/main">
              <a:ext uri="{FF2B5EF4-FFF2-40B4-BE49-F238E27FC236}">
                <a16:creationId xmlns:a16="http://schemas.microsoft.com/office/drawing/2014/main" id="{3BF96741-B93E-4D7A-B63D-469E7ECEEE1E}"/>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0B487A20-D39E-40B9-BD51-9085FA2C8051}"/>
              </a:ext>
            </a:extLst>
          </p:cNvPr>
          <p:cNvSpPr>
            <a:spLocks xmlns:a="http://schemas.openxmlformats.org/drawingml/2006/main" noGrp="1"/>
          </p:cNvSpPr>
          <p:nvPr/>
        </p:nvSpPr>
        <p:spPr>
          <a:xfrm xmlns:a="http://schemas.openxmlformats.org/drawingml/2006/main">
            <a:off x="723900" y="17145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005A9C"/>
                </a:solidFill>
                <a:latin typeface="Noto Sans"/>
                <a:ea typeface="Noto Sans"/>
                <a:cs typeface="Noto Sans"/>
              </a:defRPr>
            </a:pPr>
            <a:r>
              <a:rPr sz="1800" b="1">
                <a:solidFill>
                  <a:srgbClr val="005A9C"/>
                </a:solidFill>
                <a:latin typeface="Noto Sans"/>
                <a:ea typeface="Noto Sans"/>
                <a:cs typeface="Noto Sans"/>
              </a:rPr>
              <a:t>Laptop đến FPGA</a:t>
            </a:r>
          </a:p>
        </p:txBody>
      </p:sp>
      <p:sp>
        <p:nvSpPr>
          <p:cNvPr id="5" name="">
            <a:extLst xmlns:a="http://schemas.openxmlformats.org/drawingml/2006/main">
              <a:ext uri="{FF2B5EF4-FFF2-40B4-BE49-F238E27FC236}">
                <a16:creationId xmlns:a16="http://schemas.microsoft.com/office/drawing/2014/main" id="{EF2A42FF-C3BD-4F77-919C-BE548DDA164E}"/>
              </a:ext>
            </a:extLst>
          </p:cNvPr>
          <p:cNvSpPr>
            <a:spLocks xmlns:a="http://schemas.openxmlformats.org/drawingml/2006/main" noGrp="1"/>
          </p:cNvSpPr>
          <p:nvPr/>
        </p:nvSpPr>
        <p:spPr>
          <a:xfrm xmlns:a="http://schemas.openxmlformats.org/drawingml/2006/main">
            <a:off x="723900" y="2305050"/>
            <a:ext cx="914400" cy="742950"/>
          </a:xfrm>
          <a:prstGeom xmlns:a="http://schemas.openxmlformats.org/drawingml/2006/main" prst="rect">
            <a:avLst/>
          </a:prstGeom>
          <a:solidFill xmlns:a="http://schemas.openxmlformats.org/drawingml/2006/main">
            <a:srgbClr val="005A9C"/>
          </a:solidFill>
          <a:ln xmlns:a="http://schemas.openxmlformats.org/drawingml/2006/main" w="9525">
            <a:solidFill>
              <a:srgbClr val="FFFFFF"/>
            </a:solidFill>
          </a:ln>
        </p:spPr>
      </p:sp>
      <p:sp>
        <p:nvSpPr>
          <p:cNvPr id="6" name="">
            <a:extLst xmlns:a="http://schemas.openxmlformats.org/drawingml/2006/main">
              <a:ext uri="{FF2B5EF4-FFF2-40B4-BE49-F238E27FC236}">
                <a16:creationId xmlns:a16="http://schemas.microsoft.com/office/drawing/2014/main" id="{0B46C78B-39BD-4629-BB69-1215008FCB7F}"/>
              </a:ext>
            </a:extLst>
          </p:cNvPr>
          <p:cNvSpPr>
            <a:spLocks xmlns:a="http://schemas.openxmlformats.org/drawingml/2006/main" noGrp="1"/>
          </p:cNvSpPr>
          <p:nvPr/>
        </p:nvSpPr>
        <p:spPr>
          <a:xfrm xmlns:a="http://schemas.openxmlformats.org/drawingml/2006/main">
            <a:off x="762000" y="2495550"/>
            <a:ext cx="83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FFFFFF"/>
                </a:solidFill>
                <a:latin typeface="DejaVu Sans Mono"/>
                <a:ea typeface="DejaVu Sans Mono"/>
                <a:cs typeface="DejaVu Sans Mono"/>
              </a:defRPr>
            </a:pPr>
            <a:r>
              <a:rPr sz="1275" b="1">
                <a:solidFill>
                  <a:srgbClr val="FFFFFF"/>
                </a:solidFill>
                <a:latin typeface="DejaVu Sans Mono"/>
                <a:ea typeface="DejaVu Sans Mono"/>
                <a:cs typeface="DejaVu Sans Mono"/>
              </a:rPr>
              <a:t>SYNC</a:t>
            </a:r>
          </a:p>
        </p:txBody>
      </p:sp>
      <p:sp>
        <p:nvSpPr>
          <p:cNvPr id="7" name="">
            <a:extLst xmlns:a="http://schemas.openxmlformats.org/drawingml/2006/main">
              <a:ext uri="{FF2B5EF4-FFF2-40B4-BE49-F238E27FC236}">
                <a16:creationId xmlns:a16="http://schemas.microsoft.com/office/drawing/2014/main" id="{85DE5DD6-C77A-49A8-B40F-3B0EC3C30C21}"/>
              </a:ext>
            </a:extLst>
          </p:cNvPr>
          <p:cNvSpPr>
            <a:spLocks xmlns:a="http://schemas.openxmlformats.org/drawingml/2006/main" noGrp="1"/>
          </p:cNvSpPr>
          <p:nvPr/>
        </p:nvSpPr>
        <p:spPr>
          <a:xfrm xmlns:a="http://schemas.openxmlformats.org/drawingml/2006/main">
            <a:off x="1638300" y="2305050"/>
            <a:ext cx="1085850" cy="742950"/>
          </a:xfrm>
          <a:prstGeom xmlns:a="http://schemas.openxmlformats.org/drawingml/2006/main" prst="rect">
            <a:avLst/>
          </a:prstGeom>
          <a:solidFill xmlns:a="http://schemas.openxmlformats.org/drawingml/2006/main">
            <a:srgbClr val="EAF3F8"/>
          </a:solidFill>
          <a:ln xmlns:a="http://schemas.openxmlformats.org/drawingml/2006/main" w="9525">
            <a:solidFill>
              <a:srgbClr val="FFFFFF"/>
            </a:solidFill>
          </a:ln>
        </p:spPr>
      </p:sp>
      <p:sp>
        <p:nvSpPr>
          <p:cNvPr id="8" name="">
            <a:extLst xmlns:a="http://schemas.openxmlformats.org/drawingml/2006/main">
              <a:ext uri="{FF2B5EF4-FFF2-40B4-BE49-F238E27FC236}">
                <a16:creationId xmlns:a16="http://schemas.microsoft.com/office/drawing/2014/main" id="{8CF078DA-A892-44E2-A32F-CC8A74DBF1C0}"/>
              </a:ext>
            </a:extLst>
          </p:cNvPr>
          <p:cNvSpPr>
            <a:spLocks xmlns:a="http://schemas.openxmlformats.org/drawingml/2006/main" noGrp="1"/>
          </p:cNvSpPr>
          <p:nvPr/>
        </p:nvSpPr>
        <p:spPr>
          <a:xfrm xmlns:a="http://schemas.openxmlformats.org/drawingml/2006/main">
            <a:off x="1676400" y="2495550"/>
            <a:ext cx="1009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12344D"/>
                </a:solidFill>
                <a:latin typeface="DejaVu Sans Mono"/>
                <a:ea typeface="DejaVu Sans Mono"/>
                <a:cs typeface="DejaVu Sans Mono"/>
              </a:defRPr>
            </a:pPr>
            <a:r>
              <a:rPr sz="1275" b="1">
                <a:solidFill>
                  <a:srgbClr val="12344D"/>
                </a:solidFill>
                <a:latin typeface="DejaVu Sans Mono"/>
                <a:ea typeface="DejaVu Sans Mono"/>
                <a:cs typeface="DejaVu Sans Mono"/>
              </a:rPr>
              <a:t>FLAGS</a:t>
            </a:r>
          </a:p>
        </p:txBody>
      </p:sp>
      <p:sp>
        <p:nvSpPr>
          <p:cNvPr id="9" name="">
            <a:extLst xmlns:a="http://schemas.openxmlformats.org/drawingml/2006/main">
              <a:ext uri="{FF2B5EF4-FFF2-40B4-BE49-F238E27FC236}">
                <a16:creationId xmlns:a16="http://schemas.microsoft.com/office/drawing/2014/main" id="{67732BD4-4EA6-4202-885B-02CC434A844F}"/>
              </a:ext>
            </a:extLst>
          </p:cNvPr>
          <p:cNvSpPr>
            <a:spLocks xmlns:a="http://schemas.openxmlformats.org/drawingml/2006/main" noGrp="1"/>
          </p:cNvSpPr>
          <p:nvPr/>
        </p:nvSpPr>
        <p:spPr>
          <a:xfrm xmlns:a="http://schemas.openxmlformats.org/drawingml/2006/main">
            <a:off x="2724150" y="2305050"/>
            <a:ext cx="1028700" cy="742950"/>
          </a:xfrm>
          <a:prstGeom xmlns:a="http://schemas.openxmlformats.org/drawingml/2006/main" prst="rect">
            <a:avLst/>
          </a:prstGeom>
          <a:solidFill xmlns:a="http://schemas.openxmlformats.org/drawingml/2006/main">
            <a:srgbClr val="EAF3F8"/>
          </a:solidFill>
          <a:ln xmlns:a="http://schemas.openxmlformats.org/drawingml/2006/main" w="9525">
            <a:solidFill>
              <a:srgbClr val="FFFFFF"/>
            </a:solidFill>
          </a:ln>
        </p:spPr>
      </p:sp>
      <p:sp>
        <p:nvSpPr>
          <p:cNvPr id="10" name="">
            <a:extLst xmlns:a="http://schemas.openxmlformats.org/drawingml/2006/main">
              <a:ext uri="{FF2B5EF4-FFF2-40B4-BE49-F238E27FC236}">
                <a16:creationId xmlns:a16="http://schemas.microsoft.com/office/drawing/2014/main" id="{107FB4C4-BC53-47ED-B74E-DF1F841D7F49}"/>
              </a:ext>
            </a:extLst>
          </p:cNvPr>
          <p:cNvSpPr>
            <a:spLocks xmlns:a="http://schemas.openxmlformats.org/drawingml/2006/main" noGrp="1"/>
          </p:cNvSpPr>
          <p:nvPr/>
        </p:nvSpPr>
        <p:spPr>
          <a:xfrm xmlns:a="http://schemas.openxmlformats.org/drawingml/2006/main">
            <a:off x="2762250" y="2495550"/>
            <a:ext cx="95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12344D"/>
                </a:solidFill>
                <a:latin typeface="DejaVu Sans Mono"/>
                <a:ea typeface="DejaVu Sans Mono"/>
                <a:cs typeface="DejaVu Sans Mono"/>
              </a:defRPr>
            </a:pPr>
            <a:r>
              <a:rPr sz="1275" b="1">
                <a:solidFill>
                  <a:srgbClr val="12344D"/>
                </a:solidFill>
                <a:latin typeface="DejaVu Sans Mono"/>
                <a:ea typeface="DejaVu Sans Mono"/>
                <a:cs typeface="DejaVu Sans Mono"/>
              </a:rPr>
              <a:t>HOUR</a:t>
            </a:r>
          </a:p>
        </p:txBody>
      </p:sp>
      <p:sp>
        <p:nvSpPr>
          <p:cNvPr id="11" name="">
            <a:extLst xmlns:a="http://schemas.openxmlformats.org/drawingml/2006/main">
              <a:ext uri="{FF2B5EF4-FFF2-40B4-BE49-F238E27FC236}">
                <a16:creationId xmlns:a16="http://schemas.microsoft.com/office/drawing/2014/main" id="{C0DF7D04-91E8-414D-936D-9B61792801B3}"/>
              </a:ext>
            </a:extLst>
          </p:cNvPr>
          <p:cNvSpPr>
            <a:spLocks xmlns:a="http://schemas.openxmlformats.org/drawingml/2006/main" noGrp="1"/>
          </p:cNvSpPr>
          <p:nvPr/>
        </p:nvSpPr>
        <p:spPr>
          <a:xfrm xmlns:a="http://schemas.openxmlformats.org/drawingml/2006/main">
            <a:off x="3752850" y="2305050"/>
            <a:ext cx="1676400" cy="742950"/>
          </a:xfrm>
          <a:prstGeom xmlns:a="http://schemas.openxmlformats.org/drawingml/2006/main" prst="rect">
            <a:avLst/>
          </a:prstGeom>
          <a:solidFill xmlns:a="http://schemas.openxmlformats.org/drawingml/2006/main">
            <a:srgbClr val="EAF3F8"/>
          </a:solidFill>
          <a:ln xmlns:a="http://schemas.openxmlformats.org/drawingml/2006/main" w="9525">
            <a:solidFill>
              <a:srgbClr val="FFFFFF"/>
            </a:solidFill>
          </a:ln>
        </p:spPr>
      </p:sp>
      <p:sp>
        <p:nvSpPr>
          <p:cNvPr id="12" name="">
            <a:extLst xmlns:a="http://schemas.openxmlformats.org/drawingml/2006/main">
              <a:ext uri="{FF2B5EF4-FFF2-40B4-BE49-F238E27FC236}">
                <a16:creationId xmlns:a16="http://schemas.microsoft.com/office/drawing/2014/main" id="{C69A253E-F4ED-4839-9B00-9E6C24E877CF}"/>
              </a:ext>
            </a:extLst>
          </p:cNvPr>
          <p:cNvSpPr>
            <a:spLocks xmlns:a="http://schemas.openxmlformats.org/drawingml/2006/main" noGrp="1"/>
          </p:cNvSpPr>
          <p:nvPr/>
        </p:nvSpPr>
        <p:spPr>
          <a:xfrm xmlns:a="http://schemas.openxmlformats.org/drawingml/2006/main">
            <a:off x="3790950" y="249555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12344D"/>
                </a:solidFill>
                <a:latin typeface="DejaVu Sans Mono"/>
                <a:ea typeface="DejaVu Sans Mono"/>
                <a:cs typeface="DejaVu Sans Mono"/>
              </a:defRPr>
            </a:pPr>
            <a:r>
              <a:rPr sz="1275" b="1">
                <a:solidFill>
                  <a:srgbClr val="12344D"/>
                </a:solidFill>
                <a:latin typeface="DejaVu Sans Mono"/>
                <a:ea typeface="DejaVu Sans Mono"/>
                <a:cs typeface="DejaVu Sans Mono"/>
              </a:rPr>
              <a:t>CAMS x16</a:t>
            </a:r>
          </a:p>
        </p:txBody>
      </p:sp>
      <p:sp>
        <p:nvSpPr>
          <p:cNvPr id="13" name="">
            <a:extLst xmlns:a="http://schemas.openxmlformats.org/drawingml/2006/main">
              <a:ext uri="{FF2B5EF4-FFF2-40B4-BE49-F238E27FC236}">
                <a16:creationId xmlns:a16="http://schemas.microsoft.com/office/drawing/2014/main" id="{E4DF2E28-C8DE-4305-BF53-9D462D13574D}"/>
              </a:ext>
            </a:extLst>
          </p:cNvPr>
          <p:cNvSpPr>
            <a:spLocks xmlns:a="http://schemas.openxmlformats.org/drawingml/2006/main" noGrp="1"/>
          </p:cNvSpPr>
          <p:nvPr/>
        </p:nvSpPr>
        <p:spPr>
          <a:xfrm xmlns:a="http://schemas.openxmlformats.org/drawingml/2006/main">
            <a:off x="5429250" y="2305050"/>
            <a:ext cx="1676400" cy="742950"/>
          </a:xfrm>
          <a:prstGeom xmlns:a="http://schemas.openxmlformats.org/drawingml/2006/main" prst="rect">
            <a:avLst/>
          </a:prstGeom>
          <a:solidFill xmlns:a="http://schemas.openxmlformats.org/drawingml/2006/main">
            <a:srgbClr val="EAF3F8"/>
          </a:solidFill>
          <a:ln xmlns:a="http://schemas.openxmlformats.org/drawingml/2006/main" w="9525">
            <a:solidFill>
              <a:srgbClr val="FFFFFF"/>
            </a:solidFill>
          </a:ln>
        </p:spPr>
      </p:sp>
      <p:sp>
        <p:nvSpPr>
          <p:cNvPr id="14" name="">
            <a:extLst xmlns:a="http://schemas.openxmlformats.org/drawingml/2006/main">
              <a:ext uri="{FF2B5EF4-FFF2-40B4-BE49-F238E27FC236}">
                <a16:creationId xmlns:a16="http://schemas.microsoft.com/office/drawing/2014/main" id="{11D0D74D-1C9C-431C-9FEE-D5E48E531788}"/>
              </a:ext>
            </a:extLst>
          </p:cNvPr>
          <p:cNvSpPr>
            <a:spLocks xmlns:a="http://schemas.openxmlformats.org/drawingml/2006/main" noGrp="1"/>
          </p:cNvSpPr>
          <p:nvPr/>
        </p:nvSpPr>
        <p:spPr>
          <a:xfrm xmlns:a="http://schemas.openxmlformats.org/drawingml/2006/main">
            <a:off x="5467350" y="2495550"/>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12344D"/>
                </a:solidFill>
                <a:latin typeface="DejaVu Sans Mono"/>
                <a:ea typeface="DejaVu Sans Mono"/>
                <a:cs typeface="DejaVu Sans Mono"/>
              </a:defRPr>
            </a:pPr>
            <a:r>
              <a:rPr sz="1275" b="1">
                <a:solidFill>
                  <a:srgbClr val="12344D"/>
                </a:solidFill>
                <a:latin typeface="DejaVu Sans Mono"/>
                <a:ea typeface="DejaVu Sans Mono"/>
                <a:cs typeface="DejaVu Sans Mono"/>
              </a:rPr>
              <a:t>PA x16</a:t>
            </a:r>
          </a:p>
        </p:txBody>
      </p:sp>
      <p:sp>
        <p:nvSpPr>
          <p:cNvPr id="15" name="">
            <a:extLst xmlns:a="http://schemas.openxmlformats.org/drawingml/2006/main">
              <a:ext uri="{FF2B5EF4-FFF2-40B4-BE49-F238E27FC236}">
                <a16:creationId xmlns:a16="http://schemas.microsoft.com/office/drawing/2014/main" id="{D8EA9A5C-7B52-4AC4-9452-B9EFA66F8576}"/>
              </a:ext>
            </a:extLst>
          </p:cNvPr>
          <p:cNvSpPr>
            <a:spLocks xmlns:a="http://schemas.openxmlformats.org/drawingml/2006/main" noGrp="1"/>
          </p:cNvSpPr>
          <p:nvPr/>
        </p:nvSpPr>
        <p:spPr>
          <a:xfrm xmlns:a="http://schemas.openxmlformats.org/drawingml/2006/main">
            <a:off x="7105650" y="2305050"/>
            <a:ext cx="914400" cy="742950"/>
          </a:xfrm>
          <a:prstGeom xmlns:a="http://schemas.openxmlformats.org/drawingml/2006/main" prst="rect">
            <a:avLst/>
          </a:prstGeom>
          <a:solidFill xmlns:a="http://schemas.openxmlformats.org/drawingml/2006/main">
            <a:srgbClr val="EAF3F8"/>
          </a:solidFill>
          <a:ln xmlns:a="http://schemas.openxmlformats.org/drawingml/2006/main" w="9525">
            <a:solidFill>
              <a:srgbClr val="FFFFFF"/>
            </a:solidFill>
          </a:ln>
        </p:spPr>
      </p:sp>
      <p:sp>
        <p:nvSpPr>
          <p:cNvPr id="16" name="">
            <a:extLst xmlns:a="http://schemas.openxmlformats.org/drawingml/2006/main">
              <a:ext uri="{FF2B5EF4-FFF2-40B4-BE49-F238E27FC236}">
                <a16:creationId xmlns:a16="http://schemas.microsoft.com/office/drawing/2014/main" id="{04451D3A-AACB-4300-AA3B-2F254874E717}"/>
              </a:ext>
            </a:extLst>
          </p:cNvPr>
          <p:cNvSpPr>
            <a:spLocks xmlns:a="http://schemas.openxmlformats.org/drawingml/2006/main" noGrp="1"/>
          </p:cNvSpPr>
          <p:nvPr/>
        </p:nvSpPr>
        <p:spPr>
          <a:xfrm xmlns:a="http://schemas.openxmlformats.org/drawingml/2006/main">
            <a:off x="7143750" y="2495550"/>
            <a:ext cx="83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75" b="1">
                <a:solidFill>
                  <a:srgbClr val="12344D"/>
                </a:solidFill>
                <a:latin typeface="DejaVu Sans Mono"/>
                <a:ea typeface="DejaVu Sans Mono"/>
                <a:cs typeface="DejaVu Sans Mono"/>
              </a:defRPr>
            </a:pPr>
            <a:r>
              <a:rPr sz="1275" b="1">
                <a:solidFill>
                  <a:srgbClr val="12344D"/>
                </a:solidFill>
                <a:latin typeface="DejaVu Sans Mono"/>
                <a:ea typeface="DejaVu Sans Mono"/>
                <a:cs typeface="DejaVu Sans Mono"/>
              </a:rPr>
              <a:t>CHK</a:t>
            </a:r>
          </a:p>
        </p:txBody>
      </p:sp>
      <p:sp>
        <p:nvSpPr>
          <p:cNvPr id="17" name="">
            <a:extLst xmlns:a="http://schemas.openxmlformats.org/drawingml/2006/main">
              <a:ext uri="{FF2B5EF4-FFF2-40B4-BE49-F238E27FC236}">
                <a16:creationId xmlns:a16="http://schemas.microsoft.com/office/drawing/2014/main" id="{E829BE19-6A0E-4898-8E72-57B868D417AD}"/>
              </a:ext>
            </a:extLst>
          </p:cNvPr>
          <p:cNvSpPr>
            <a:spLocks xmlns:a="http://schemas.openxmlformats.org/drawingml/2006/main" noGrp="1"/>
          </p:cNvSpPr>
          <p:nvPr/>
        </p:nvSpPr>
        <p:spPr>
          <a:xfrm xmlns:a="http://schemas.openxmlformats.org/drawingml/2006/main">
            <a:off x="10001250" y="24574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r">
              <a:defRPr sz="1725" b="1">
                <a:solidFill>
                  <a:srgbClr val="647681"/>
                </a:solidFill>
                <a:latin typeface="Noto Sans"/>
                <a:ea typeface="Noto Sans"/>
                <a:cs typeface="Noto Sans"/>
              </a:defRPr>
            </a:pPr>
            <a:r>
              <a:rPr sz="1725" b="1">
                <a:solidFill>
                  <a:srgbClr val="647681"/>
                </a:solidFill>
                <a:latin typeface="Noto Sans"/>
                <a:ea typeface="Noto Sans"/>
                <a:cs typeface="Noto Sans"/>
              </a:rPr>
              <a:t>9 byte</a:t>
            </a:r>
          </a:p>
        </p:txBody>
      </p:sp>
      <p:sp>
        <p:nvSpPr>
          <p:cNvPr id="18" name="">
            <a:extLst xmlns:a="http://schemas.openxmlformats.org/drawingml/2006/main">
              <a:ext uri="{FF2B5EF4-FFF2-40B4-BE49-F238E27FC236}">
                <a16:creationId xmlns:a16="http://schemas.microsoft.com/office/drawing/2014/main" id="{ED995CC4-24D3-439E-B7C2-6CD496334271}"/>
              </a:ext>
            </a:extLst>
          </p:cNvPr>
          <p:cNvSpPr>
            <a:spLocks xmlns:a="http://schemas.openxmlformats.org/drawingml/2006/main" noGrp="1"/>
          </p:cNvSpPr>
          <p:nvPr/>
        </p:nvSpPr>
        <p:spPr>
          <a:xfrm xmlns:a="http://schemas.openxmlformats.org/drawingml/2006/main">
            <a:off x="723900" y="36576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168C7E"/>
                </a:solidFill>
                <a:latin typeface="Noto Sans"/>
                <a:ea typeface="Noto Sans"/>
                <a:cs typeface="Noto Sans"/>
              </a:defRPr>
            </a:pPr>
            <a:r>
              <a:rPr sz="1800" b="1">
                <a:solidFill>
                  <a:srgbClr val="168C7E"/>
                </a:solidFill>
                <a:latin typeface="Noto Sans"/>
                <a:ea typeface="Noto Sans"/>
                <a:cs typeface="Noto Sans"/>
              </a:rPr>
              <a:t>FPGA về Laptop</a:t>
            </a:r>
          </a:p>
        </p:txBody>
      </p:sp>
      <p:sp>
        <p:nvSpPr>
          <p:cNvPr id="19" name="">
            <a:extLst xmlns:a="http://schemas.openxmlformats.org/drawingml/2006/main">
              <a:ext uri="{FF2B5EF4-FFF2-40B4-BE49-F238E27FC236}">
                <a16:creationId xmlns:a16="http://schemas.microsoft.com/office/drawing/2014/main" id="{BA9513EE-6A4D-4DBA-8C4D-9A69FB8860EF}"/>
              </a:ext>
            </a:extLst>
          </p:cNvPr>
          <p:cNvSpPr>
            <a:spLocks xmlns:a="http://schemas.openxmlformats.org/drawingml/2006/main" noGrp="1"/>
          </p:cNvSpPr>
          <p:nvPr/>
        </p:nvSpPr>
        <p:spPr>
          <a:xfrm xmlns:a="http://schemas.openxmlformats.org/drawingml/2006/main">
            <a:off x="723900" y="4248150"/>
            <a:ext cx="819150" cy="742950"/>
          </a:xfrm>
          <a:prstGeom xmlns:a="http://schemas.openxmlformats.org/drawingml/2006/main" prst="rect">
            <a:avLst/>
          </a:prstGeom>
          <a:solidFill xmlns:a="http://schemas.openxmlformats.org/drawingml/2006/main">
            <a:srgbClr val="168C7E"/>
          </a:solidFill>
          <a:ln xmlns:a="http://schemas.openxmlformats.org/drawingml/2006/main" w="9525">
            <a:solidFill>
              <a:srgbClr val="FFFFFF"/>
            </a:solidFill>
          </a:ln>
        </p:spPr>
      </p:sp>
      <p:sp>
        <p:nvSpPr>
          <p:cNvPr id="20" name="">
            <a:extLst xmlns:a="http://schemas.openxmlformats.org/drawingml/2006/main">
              <a:ext uri="{FF2B5EF4-FFF2-40B4-BE49-F238E27FC236}">
                <a16:creationId xmlns:a16="http://schemas.microsoft.com/office/drawing/2014/main" id="{FCA28BC4-16FF-4DFE-B9F3-493355D877E1}"/>
              </a:ext>
            </a:extLst>
          </p:cNvPr>
          <p:cNvSpPr>
            <a:spLocks xmlns:a="http://schemas.openxmlformats.org/drawingml/2006/main" noGrp="1"/>
          </p:cNvSpPr>
          <p:nvPr/>
        </p:nvSpPr>
        <p:spPr>
          <a:xfrm xmlns:a="http://schemas.openxmlformats.org/drawingml/2006/main">
            <a:off x="752475" y="44386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FFFFFF"/>
                </a:solidFill>
                <a:latin typeface="DejaVu Sans Mono"/>
                <a:ea typeface="DejaVu Sans Mono"/>
                <a:cs typeface="DejaVu Sans Mono"/>
              </a:defRPr>
            </a:pPr>
            <a:r>
              <a:rPr sz="1125" b="1">
                <a:solidFill>
                  <a:srgbClr val="FFFFFF"/>
                </a:solidFill>
                <a:latin typeface="DejaVu Sans Mono"/>
                <a:ea typeface="DejaVu Sans Mono"/>
                <a:cs typeface="DejaVu Sans Mono"/>
              </a:rPr>
              <a:t>SYNC</a:t>
            </a:r>
          </a:p>
        </p:txBody>
      </p:sp>
      <p:sp>
        <p:nvSpPr>
          <p:cNvPr id="21" name="">
            <a:extLst xmlns:a="http://schemas.openxmlformats.org/drawingml/2006/main">
              <a:ext uri="{FF2B5EF4-FFF2-40B4-BE49-F238E27FC236}">
                <a16:creationId xmlns:a16="http://schemas.microsoft.com/office/drawing/2014/main" id="{9D98C2A1-0D35-4FEB-8973-2FAF83BF2621}"/>
              </a:ext>
            </a:extLst>
          </p:cNvPr>
          <p:cNvSpPr>
            <a:spLocks xmlns:a="http://schemas.openxmlformats.org/drawingml/2006/main" noGrp="1"/>
          </p:cNvSpPr>
          <p:nvPr/>
        </p:nvSpPr>
        <p:spPr>
          <a:xfrm xmlns:a="http://schemas.openxmlformats.org/drawingml/2006/main">
            <a:off x="1543050" y="4248150"/>
            <a:ext cx="1000125"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22" name="">
            <a:extLst xmlns:a="http://schemas.openxmlformats.org/drawingml/2006/main">
              <a:ext uri="{FF2B5EF4-FFF2-40B4-BE49-F238E27FC236}">
                <a16:creationId xmlns:a16="http://schemas.microsoft.com/office/drawing/2014/main" id="{E2FD912D-7B80-4CD7-A5FF-F05FAF71E38E}"/>
              </a:ext>
            </a:extLst>
          </p:cNvPr>
          <p:cNvSpPr>
            <a:spLocks xmlns:a="http://schemas.openxmlformats.org/drawingml/2006/main" noGrp="1"/>
          </p:cNvSpPr>
          <p:nvPr/>
        </p:nvSpPr>
        <p:spPr>
          <a:xfrm xmlns:a="http://schemas.openxmlformats.org/drawingml/2006/main">
            <a:off x="1571625" y="4438650"/>
            <a:ext cx="94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VALID</a:t>
            </a:r>
          </a:p>
        </p:txBody>
      </p:sp>
      <p:sp>
        <p:nvSpPr>
          <p:cNvPr id="23" name="">
            <a:extLst xmlns:a="http://schemas.openxmlformats.org/drawingml/2006/main">
              <a:ext uri="{FF2B5EF4-FFF2-40B4-BE49-F238E27FC236}">
                <a16:creationId xmlns:a16="http://schemas.microsoft.com/office/drawing/2014/main" id="{B9AFD7CE-04A1-43FE-B068-E7CDD6F3FB46}"/>
              </a:ext>
            </a:extLst>
          </p:cNvPr>
          <p:cNvSpPr>
            <a:spLocks xmlns:a="http://schemas.openxmlformats.org/drawingml/2006/main" noGrp="1"/>
          </p:cNvSpPr>
          <p:nvPr/>
        </p:nvSpPr>
        <p:spPr>
          <a:xfrm xmlns:a="http://schemas.openxmlformats.org/drawingml/2006/main">
            <a:off x="2543175" y="4248150"/>
            <a:ext cx="112395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7F9D0394-413D-4E80-9608-5EFBF1A75FAD}"/>
              </a:ext>
            </a:extLst>
          </p:cNvPr>
          <p:cNvSpPr>
            <a:spLocks xmlns:a="http://schemas.openxmlformats.org/drawingml/2006/main" noGrp="1"/>
          </p:cNvSpPr>
          <p:nvPr/>
        </p:nvSpPr>
        <p:spPr>
          <a:xfrm xmlns:a="http://schemas.openxmlformats.org/drawingml/2006/main">
            <a:off x="2571750" y="4438650"/>
            <a:ext cx="106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ACCEPT</a:t>
            </a:r>
          </a:p>
        </p:txBody>
      </p:sp>
      <p:sp>
        <p:nvSpPr>
          <p:cNvPr id="25" name="">
            <a:extLst xmlns:a="http://schemas.openxmlformats.org/drawingml/2006/main">
              <a:ext uri="{FF2B5EF4-FFF2-40B4-BE49-F238E27FC236}">
                <a16:creationId xmlns:a16="http://schemas.microsoft.com/office/drawing/2014/main" id="{A128A321-6145-469A-91AF-6F7C9B1DD52A}"/>
              </a:ext>
            </a:extLst>
          </p:cNvPr>
          <p:cNvSpPr>
            <a:spLocks xmlns:a="http://schemas.openxmlformats.org/drawingml/2006/main" noGrp="1"/>
          </p:cNvSpPr>
          <p:nvPr/>
        </p:nvSpPr>
        <p:spPr>
          <a:xfrm xmlns:a="http://schemas.openxmlformats.org/drawingml/2006/main">
            <a:off x="3667125" y="4248150"/>
            <a:ext cx="97155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C77B043F-AA41-4BAF-A9EF-D93F6A7C1697}"/>
              </a:ext>
            </a:extLst>
          </p:cNvPr>
          <p:cNvSpPr>
            <a:spLocks xmlns:a="http://schemas.openxmlformats.org/drawingml/2006/main" noGrp="1"/>
          </p:cNvSpPr>
          <p:nvPr/>
        </p:nvSpPr>
        <p:spPr>
          <a:xfrm xmlns:a="http://schemas.openxmlformats.org/drawingml/2006/main">
            <a:off x="3695700" y="4438650"/>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LEVEL</a:t>
            </a:r>
          </a:p>
        </p:txBody>
      </p:sp>
      <p:sp>
        <p:nvSpPr>
          <p:cNvPr id="27" name="">
            <a:extLst xmlns:a="http://schemas.openxmlformats.org/drawingml/2006/main">
              <a:ext uri="{FF2B5EF4-FFF2-40B4-BE49-F238E27FC236}">
                <a16:creationId xmlns:a16="http://schemas.microsoft.com/office/drawing/2014/main" id="{3A66F6F8-578A-434B-BBF0-A4CA2290ACEE}"/>
              </a:ext>
            </a:extLst>
          </p:cNvPr>
          <p:cNvSpPr>
            <a:spLocks xmlns:a="http://schemas.openxmlformats.org/drawingml/2006/main" noGrp="1"/>
          </p:cNvSpPr>
          <p:nvPr/>
        </p:nvSpPr>
        <p:spPr>
          <a:xfrm xmlns:a="http://schemas.openxmlformats.org/drawingml/2006/main">
            <a:off x="4638675" y="4248150"/>
            <a:ext cx="97155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F4E42333-94D7-4758-99FC-D7E11C6D7522}"/>
              </a:ext>
            </a:extLst>
          </p:cNvPr>
          <p:cNvSpPr>
            <a:spLocks xmlns:a="http://schemas.openxmlformats.org/drawingml/2006/main" noGrp="1"/>
          </p:cNvSpPr>
          <p:nvPr/>
        </p:nvSpPr>
        <p:spPr>
          <a:xfrm xmlns:a="http://schemas.openxmlformats.org/drawingml/2006/main">
            <a:off x="4667250" y="4438650"/>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STATE</a:t>
            </a:r>
          </a:p>
        </p:txBody>
      </p:sp>
      <p:sp>
        <p:nvSpPr>
          <p:cNvPr id="29" name="">
            <a:extLst xmlns:a="http://schemas.openxmlformats.org/drawingml/2006/main">
              <a:ext uri="{FF2B5EF4-FFF2-40B4-BE49-F238E27FC236}">
                <a16:creationId xmlns:a16="http://schemas.microsoft.com/office/drawing/2014/main" id="{E984A611-9DAB-472A-B6CC-3A671D1C9A1B}"/>
              </a:ext>
            </a:extLst>
          </p:cNvPr>
          <p:cNvSpPr>
            <a:spLocks xmlns:a="http://schemas.openxmlformats.org/drawingml/2006/main" noGrp="1"/>
          </p:cNvSpPr>
          <p:nvPr/>
        </p:nvSpPr>
        <p:spPr>
          <a:xfrm xmlns:a="http://schemas.openxmlformats.org/drawingml/2006/main">
            <a:off x="5610225" y="4248150"/>
            <a:ext cx="133350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C162BFD9-A64C-4E67-A492-7DF3D4ECA792}"/>
              </a:ext>
            </a:extLst>
          </p:cNvPr>
          <p:cNvSpPr>
            <a:spLocks xmlns:a="http://schemas.openxmlformats.org/drawingml/2006/main" noGrp="1"/>
          </p:cNvSpPr>
          <p:nvPr/>
        </p:nvSpPr>
        <p:spPr>
          <a:xfrm xmlns:a="http://schemas.openxmlformats.org/drawingml/2006/main">
            <a:off x="5638800" y="4438650"/>
            <a:ext cx="127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FUSED</a:t>
            </a:r>
          </a:p>
        </p:txBody>
      </p:sp>
      <p:sp>
        <p:nvSpPr>
          <p:cNvPr id="31" name="">
            <a:extLst xmlns:a="http://schemas.openxmlformats.org/drawingml/2006/main">
              <a:ext uri="{FF2B5EF4-FFF2-40B4-BE49-F238E27FC236}">
                <a16:creationId xmlns:a16="http://schemas.microsoft.com/office/drawing/2014/main" id="{F774D1AC-EF6A-41BD-866C-A672882B7A85}"/>
              </a:ext>
            </a:extLst>
          </p:cNvPr>
          <p:cNvSpPr>
            <a:spLocks xmlns:a="http://schemas.openxmlformats.org/drawingml/2006/main" noGrp="1"/>
          </p:cNvSpPr>
          <p:nvPr/>
        </p:nvSpPr>
        <p:spPr>
          <a:xfrm xmlns:a="http://schemas.openxmlformats.org/drawingml/2006/main">
            <a:off x="6943725" y="4248150"/>
            <a:ext cx="133350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83861C18-C130-4BDA-9733-6DED0C1BF55A}"/>
              </a:ext>
            </a:extLst>
          </p:cNvPr>
          <p:cNvSpPr>
            <a:spLocks xmlns:a="http://schemas.openxmlformats.org/drawingml/2006/main" noGrp="1"/>
          </p:cNvSpPr>
          <p:nvPr/>
        </p:nvSpPr>
        <p:spPr>
          <a:xfrm xmlns:a="http://schemas.openxmlformats.org/drawingml/2006/main">
            <a:off x="6972300" y="4438650"/>
            <a:ext cx="127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BIAS</a:t>
            </a:r>
          </a:p>
        </p:txBody>
      </p:sp>
      <p:sp>
        <p:nvSpPr>
          <p:cNvPr id="33" name="">
            <a:extLst xmlns:a="http://schemas.openxmlformats.org/drawingml/2006/main">
              <a:ext uri="{FF2B5EF4-FFF2-40B4-BE49-F238E27FC236}">
                <a16:creationId xmlns:a16="http://schemas.microsoft.com/office/drawing/2014/main" id="{6E2A34D6-E943-4FD7-A1EA-9F004B1880B8}"/>
              </a:ext>
            </a:extLst>
          </p:cNvPr>
          <p:cNvSpPr>
            <a:spLocks xmlns:a="http://schemas.openxmlformats.org/drawingml/2006/main" noGrp="1"/>
          </p:cNvSpPr>
          <p:nvPr/>
        </p:nvSpPr>
        <p:spPr>
          <a:xfrm xmlns:a="http://schemas.openxmlformats.org/drawingml/2006/main">
            <a:off x="8277225" y="4248150"/>
            <a:ext cx="819150" cy="742950"/>
          </a:xfrm>
          <a:prstGeom xmlns:a="http://schemas.openxmlformats.org/drawingml/2006/main" prst="rect">
            <a:avLst/>
          </a:prstGeom>
          <a:solidFill xmlns:a="http://schemas.openxmlformats.org/drawingml/2006/main">
            <a:srgbClr val="E8F4F1"/>
          </a:solidFill>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29806E49-1F3B-4F16-AE52-06F18A68822C}"/>
              </a:ext>
            </a:extLst>
          </p:cNvPr>
          <p:cNvSpPr>
            <a:spLocks xmlns:a="http://schemas.openxmlformats.org/drawingml/2006/main" noGrp="1"/>
          </p:cNvSpPr>
          <p:nvPr/>
        </p:nvSpPr>
        <p:spPr>
          <a:xfrm xmlns:a="http://schemas.openxmlformats.org/drawingml/2006/main">
            <a:off x="8305800" y="44386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125" b="1">
                <a:solidFill>
                  <a:srgbClr val="12344D"/>
                </a:solidFill>
                <a:latin typeface="DejaVu Sans Mono"/>
                <a:ea typeface="DejaVu Sans Mono"/>
                <a:cs typeface="DejaVu Sans Mono"/>
              </a:defRPr>
            </a:pPr>
            <a:r>
              <a:rPr sz="1125" b="1">
                <a:solidFill>
                  <a:srgbClr val="12344D"/>
                </a:solidFill>
                <a:latin typeface="DejaVu Sans Mono"/>
                <a:ea typeface="DejaVu Sans Mono"/>
                <a:cs typeface="DejaVu Sans Mono"/>
              </a:rPr>
              <a:t>CHK</a:t>
            </a:r>
          </a:p>
        </p:txBody>
      </p:sp>
      <p:sp>
        <p:nvSpPr>
          <p:cNvPr id="35" name="">
            <a:extLst xmlns:a="http://schemas.openxmlformats.org/drawingml/2006/main">
              <a:ext uri="{FF2B5EF4-FFF2-40B4-BE49-F238E27FC236}">
                <a16:creationId xmlns:a16="http://schemas.microsoft.com/office/drawing/2014/main" id="{2822FABD-960C-4ABA-A381-66ED559EC652}"/>
              </a:ext>
            </a:extLst>
          </p:cNvPr>
          <p:cNvSpPr>
            <a:spLocks xmlns:a="http://schemas.openxmlformats.org/drawingml/2006/main" noGrp="1"/>
          </p:cNvSpPr>
          <p:nvPr/>
        </p:nvSpPr>
        <p:spPr>
          <a:xfrm xmlns:a="http://schemas.openxmlformats.org/drawingml/2006/main">
            <a:off x="10001250" y="44005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r">
              <a:defRPr sz="1725" b="1">
                <a:solidFill>
                  <a:srgbClr val="647681"/>
                </a:solidFill>
                <a:latin typeface="Noto Sans"/>
                <a:ea typeface="Noto Sans"/>
                <a:cs typeface="Noto Sans"/>
              </a:defRPr>
            </a:pPr>
            <a:r>
              <a:rPr sz="1725" b="1">
                <a:solidFill>
                  <a:srgbClr val="647681"/>
                </a:solidFill>
                <a:latin typeface="Noto Sans"/>
                <a:ea typeface="Noto Sans"/>
                <a:cs typeface="Noto Sans"/>
              </a:rPr>
              <a:t>10 byte</a:t>
            </a:r>
          </a:p>
        </p:txBody>
      </p:sp>
      <p:sp>
        <p:nvSpPr>
          <p:cNvPr id="36" name="">
            <a:extLst xmlns:a="http://schemas.openxmlformats.org/drawingml/2006/main">
              <a:ext uri="{FF2B5EF4-FFF2-40B4-BE49-F238E27FC236}">
                <a16:creationId xmlns:a16="http://schemas.microsoft.com/office/drawing/2014/main" id="{90AC7578-3491-4530-BB8D-034CC618A661}"/>
              </a:ext>
            </a:extLst>
          </p:cNvPr>
          <p:cNvSpPr>
            <a:spLocks xmlns:a="http://schemas.openxmlformats.org/drawingml/2006/main" noGrp="1"/>
          </p:cNvSpPr>
          <p:nvPr/>
        </p:nvSpPr>
        <p:spPr>
          <a:xfrm xmlns:a="http://schemas.openxmlformats.org/drawingml/2006/main">
            <a:off x="1333500" y="56578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2344D"/>
                </a:solidFill>
                <a:latin typeface="Noto Sans"/>
                <a:ea typeface="Noto Sans"/>
                <a:cs typeface="Noto Sans"/>
              </a:defRPr>
            </a:pPr>
            <a:r>
              <a:rPr sz="1650" b="1">
                <a:solidFill>
                  <a:srgbClr val="12344D"/>
                </a:solidFill>
                <a:latin typeface="Noto Sans"/>
                <a:ea typeface="Noto Sans"/>
                <a:cs typeface="Noto Sans"/>
              </a:rPr>
              <a:t>Checksum sai không đổi state. Mỗi request hợp lệ nhận đúng một response.</a:t>
            </a:r>
          </a:p>
        </p:txBody>
      </p:sp>
      <p:sp>
        <p:nvSpPr>
          <p:cNvPr id="37" name="">
            <a:extLst xmlns:a="http://schemas.openxmlformats.org/drawingml/2006/main">
              <a:ext uri="{FF2B5EF4-FFF2-40B4-BE49-F238E27FC236}">
                <a16:creationId xmlns:a16="http://schemas.microsoft.com/office/drawing/2014/main" id="{48E322C5-B919-4D3A-89E2-343A24058A6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38" name="">
            <a:extLst xmlns:a="http://schemas.openxmlformats.org/drawingml/2006/main">
              <a:ext uri="{FF2B5EF4-FFF2-40B4-BE49-F238E27FC236}">
                <a16:creationId xmlns:a16="http://schemas.microsoft.com/office/drawing/2014/main" id="{BCD3D26F-72AC-411F-9474-208BEB690AA3}"/>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PHỤ LỤC Q&amp;A</a:t>
            </a:r>
          </a:p>
        </p:txBody>
      </p:sp>
      <p:sp>
        <p:nvSpPr>
          <p:cNvPr id="39" name="">
            <a:extLst xmlns:a="http://schemas.openxmlformats.org/drawingml/2006/main">
              <a:ext uri="{FF2B5EF4-FFF2-40B4-BE49-F238E27FC236}">
                <a16:creationId xmlns:a16="http://schemas.microsoft.com/office/drawing/2014/main" id="{F430619F-0840-47A7-BB30-6D68E4A4A0D4}"/>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10</a:t>
            </a:r>
          </a:p>
        </p:txBody>
      </p:sp>
    </p:spTree>
    <p:extLst>
      <p:ext uri="{BB962C8B-B14F-4D97-AF65-F5344CB8AC3E}">
        <p14:creationId xmlns:p14="http://schemas.microsoft.com/office/powerpoint/2010/main" val="18381289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 name="">
            <a:extLst xmlns:a="http://schemas.openxmlformats.org/drawingml/2006/main">
              <a:ext uri="{FF2B5EF4-FFF2-40B4-BE49-F238E27FC236}">
                <a16:creationId xmlns:a16="http://schemas.microsoft.com/office/drawing/2014/main" id="{8ABB8D52-3997-422B-93C5-FA3CBE3E1F1E}"/>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PHỤ LỤC Q&amp;A</a:t>
            </a:r>
          </a:p>
        </p:txBody>
      </p:sp>
      <p:sp>
        <p:nvSpPr>
          <p:cNvPr id="2" name="">
            <a:extLst xmlns:a="http://schemas.openxmlformats.org/drawingml/2006/main">
              <a:ext uri="{FF2B5EF4-FFF2-40B4-BE49-F238E27FC236}">
                <a16:creationId xmlns:a16="http://schemas.microsoft.com/office/drawing/2014/main" id="{5F110791-C907-409C-A30D-00FAF56427BA}"/>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Đánh giá alpha theo thời gian</a:t>
            </a:r>
          </a:p>
        </p:txBody>
      </p:sp>
      <p:sp>
        <p:nvSpPr>
          <p:cNvPr id="3" name="">
            <a:extLst xmlns:a="http://schemas.openxmlformats.org/drawingml/2006/main">
              <a:ext uri="{FF2B5EF4-FFF2-40B4-BE49-F238E27FC236}">
                <a16:creationId xmlns:a16="http://schemas.microsoft.com/office/drawing/2014/main" id="{77697265-1AB7-457B-BF69-D7A93A093544}"/>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1453EE0F-F5EE-40CF-B66F-75F32171735E}"/>
              </a:ext>
            </a:extLst>
          </p:cNvPr>
          <p:cNvSpPr>
            <a:spLocks xmlns:a="http://schemas.openxmlformats.org/drawingml/2006/main" noGrp="1"/>
          </p:cNvSpPr>
          <p:nvPr/>
        </p:nvSpPr>
        <p:spPr>
          <a:xfrm xmlns:a="http://schemas.openxmlformats.org/drawingml/2006/main">
            <a:off x="685800" y="1657350"/>
            <a:ext cx="120015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5" name="">
            <a:extLst xmlns:a="http://schemas.openxmlformats.org/drawingml/2006/main">
              <a:ext uri="{FF2B5EF4-FFF2-40B4-BE49-F238E27FC236}">
                <a16:creationId xmlns:a16="http://schemas.microsoft.com/office/drawing/2014/main" id="{3DB54F91-215F-4960-BA63-04673CF232EF}"/>
              </a:ext>
            </a:extLst>
          </p:cNvPr>
          <p:cNvSpPr>
            <a:spLocks xmlns:a="http://schemas.openxmlformats.org/drawingml/2006/main" noGrp="1"/>
          </p:cNvSpPr>
          <p:nvPr/>
        </p:nvSpPr>
        <p:spPr>
          <a:xfrm xmlns:a="http://schemas.openxmlformats.org/drawingml/2006/main">
            <a:off x="723900" y="1781175"/>
            <a:ext cx="1123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Shift</a:t>
            </a:r>
          </a:p>
        </p:txBody>
      </p:sp>
      <p:sp>
        <p:nvSpPr>
          <p:cNvPr id="6" name="">
            <a:extLst xmlns:a="http://schemas.openxmlformats.org/drawingml/2006/main">
              <a:ext uri="{FF2B5EF4-FFF2-40B4-BE49-F238E27FC236}">
                <a16:creationId xmlns:a16="http://schemas.microsoft.com/office/drawing/2014/main" id="{CB6EA8F7-D03A-4482-8C0D-95832DA60296}"/>
              </a:ext>
            </a:extLst>
          </p:cNvPr>
          <p:cNvSpPr>
            <a:spLocks xmlns:a="http://schemas.openxmlformats.org/drawingml/2006/main" noGrp="1"/>
          </p:cNvSpPr>
          <p:nvPr/>
        </p:nvSpPr>
        <p:spPr>
          <a:xfrm xmlns:a="http://schemas.openxmlformats.org/drawingml/2006/main">
            <a:off x="1924050" y="1657350"/>
            <a:ext cx="131445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7" name="">
            <a:extLst xmlns:a="http://schemas.openxmlformats.org/drawingml/2006/main">
              <a:ext uri="{FF2B5EF4-FFF2-40B4-BE49-F238E27FC236}">
                <a16:creationId xmlns:a16="http://schemas.microsoft.com/office/drawing/2014/main" id="{A34E585B-6941-4A98-A309-BF11EDFD98FD}"/>
              </a:ext>
            </a:extLst>
          </p:cNvPr>
          <p:cNvSpPr>
            <a:spLocks xmlns:a="http://schemas.openxmlformats.org/drawingml/2006/main" noGrp="1"/>
          </p:cNvSpPr>
          <p:nvPr/>
        </p:nvSpPr>
        <p:spPr>
          <a:xfrm xmlns:a="http://schemas.openxmlformats.org/drawingml/2006/main">
            <a:off x="1962150" y="17811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Alpha</a:t>
            </a:r>
          </a:p>
        </p:txBody>
      </p:sp>
      <p:sp>
        <p:nvSpPr>
          <p:cNvPr id="8" name="">
            <a:extLst xmlns:a="http://schemas.openxmlformats.org/drawingml/2006/main">
              <a:ext uri="{FF2B5EF4-FFF2-40B4-BE49-F238E27FC236}">
                <a16:creationId xmlns:a16="http://schemas.microsoft.com/office/drawing/2014/main" id="{26A74A33-0751-4630-AC9A-A95F65168FAA}"/>
              </a:ext>
            </a:extLst>
          </p:cNvPr>
          <p:cNvSpPr>
            <a:spLocks xmlns:a="http://schemas.openxmlformats.org/drawingml/2006/main" noGrp="1"/>
          </p:cNvSpPr>
          <p:nvPr/>
        </p:nvSpPr>
        <p:spPr>
          <a:xfrm xmlns:a="http://schemas.openxmlformats.org/drawingml/2006/main">
            <a:off x="3276600" y="1657350"/>
            <a:ext cx="163830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60760508-5A63-4404-880E-163B230A083F}"/>
              </a:ext>
            </a:extLst>
          </p:cNvPr>
          <p:cNvSpPr>
            <a:spLocks xmlns:a="http://schemas.openxmlformats.org/drawingml/2006/main" noGrp="1"/>
          </p:cNvSpPr>
          <p:nvPr/>
        </p:nvSpPr>
        <p:spPr>
          <a:xfrm xmlns:a="http://schemas.openxmlformats.org/drawingml/2006/main">
            <a:off x="3314700" y="178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CAMS MAE</a:t>
            </a:r>
          </a:p>
        </p:txBody>
      </p:sp>
      <p:sp>
        <p:nvSpPr>
          <p:cNvPr id="10" name="">
            <a:extLst xmlns:a="http://schemas.openxmlformats.org/drawingml/2006/main">
              <a:ext uri="{FF2B5EF4-FFF2-40B4-BE49-F238E27FC236}">
                <a16:creationId xmlns:a16="http://schemas.microsoft.com/office/drawing/2014/main" id="{9207D3D0-129D-4A70-8DC8-F88C153F8BCB}"/>
              </a:ext>
            </a:extLst>
          </p:cNvPr>
          <p:cNvSpPr>
            <a:spLocks xmlns:a="http://schemas.openxmlformats.org/drawingml/2006/main" noGrp="1"/>
          </p:cNvSpPr>
          <p:nvPr/>
        </p:nvSpPr>
        <p:spPr>
          <a:xfrm xmlns:a="http://schemas.openxmlformats.org/drawingml/2006/main">
            <a:off x="4953000" y="1657350"/>
            <a:ext cx="167640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6B711EF5-5697-4573-993E-DE431A7EE5CC}"/>
              </a:ext>
            </a:extLst>
          </p:cNvPr>
          <p:cNvSpPr>
            <a:spLocks xmlns:a="http://schemas.openxmlformats.org/drawingml/2006/main" noGrp="1"/>
          </p:cNvSpPr>
          <p:nvPr/>
        </p:nvSpPr>
        <p:spPr>
          <a:xfrm xmlns:a="http://schemas.openxmlformats.org/drawingml/2006/main">
            <a:off x="4991100" y="1781175"/>
            <a:ext cx="160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Fused MAE</a:t>
            </a:r>
          </a:p>
        </p:txBody>
      </p:sp>
      <p:sp>
        <p:nvSpPr>
          <p:cNvPr id="12" name="">
            <a:extLst xmlns:a="http://schemas.openxmlformats.org/drawingml/2006/main">
              <a:ext uri="{FF2B5EF4-FFF2-40B4-BE49-F238E27FC236}">
                <a16:creationId xmlns:a16="http://schemas.microsoft.com/office/drawing/2014/main" id="{3F133220-8602-4FAC-8792-FA2E0FC797B3}"/>
              </a:ext>
            </a:extLst>
          </p:cNvPr>
          <p:cNvSpPr>
            <a:spLocks xmlns:a="http://schemas.openxmlformats.org/drawingml/2006/main" noGrp="1"/>
          </p:cNvSpPr>
          <p:nvPr/>
        </p:nvSpPr>
        <p:spPr>
          <a:xfrm xmlns:a="http://schemas.openxmlformats.org/drawingml/2006/main">
            <a:off x="6667500" y="1657350"/>
            <a:ext cx="161925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F98CBD43-A16D-42F8-8B24-1384D9AB5B35}"/>
              </a:ext>
            </a:extLst>
          </p:cNvPr>
          <p:cNvSpPr>
            <a:spLocks xmlns:a="http://schemas.openxmlformats.org/drawingml/2006/main" noGrp="1"/>
          </p:cNvSpPr>
          <p:nvPr/>
        </p:nvSpPr>
        <p:spPr>
          <a:xfrm xmlns:a="http://schemas.openxmlformats.org/drawingml/2006/main">
            <a:off x="6705600" y="1781175"/>
            <a:ext cx="1543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RMSE</a:t>
            </a:r>
          </a:p>
        </p:txBody>
      </p:sp>
      <p:sp>
        <p:nvSpPr>
          <p:cNvPr id="14" name="">
            <a:extLst xmlns:a="http://schemas.openxmlformats.org/drawingml/2006/main">
              <a:ext uri="{FF2B5EF4-FFF2-40B4-BE49-F238E27FC236}">
                <a16:creationId xmlns:a16="http://schemas.microsoft.com/office/drawing/2014/main" id="{E8EF52F3-90C3-4C8C-8CD4-8F287AE9BA20}"/>
              </a:ext>
            </a:extLst>
          </p:cNvPr>
          <p:cNvSpPr>
            <a:spLocks xmlns:a="http://schemas.openxmlformats.org/drawingml/2006/main" noGrp="1"/>
          </p:cNvSpPr>
          <p:nvPr/>
        </p:nvSpPr>
        <p:spPr>
          <a:xfrm xmlns:a="http://schemas.openxmlformats.org/drawingml/2006/main">
            <a:off x="8324850" y="1657350"/>
            <a:ext cx="163830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6DF8407C-BCA5-400A-B2CA-4095CE70C3A0}"/>
              </a:ext>
            </a:extLst>
          </p:cNvPr>
          <p:cNvSpPr>
            <a:spLocks xmlns:a="http://schemas.openxmlformats.org/drawingml/2006/main" noGrp="1"/>
          </p:cNvSpPr>
          <p:nvPr/>
        </p:nvSpPr>
        <p:spPr>
          <a:xfrm xmlns:a="http://schemas.openxmlformats.org/drawingml/2006/main">
            <a:off x="8362950" y="178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Bias std</a:t>
            </a:r>
          </a:p>
        </p:txBody>
      </p:sp>
      <p:sp>
        <p:nvSpPr>
          <p:cNvPr id="16" name="">
            <a:extLst xmlns:a="http://schemas.openxmlformats.org/drawingml/2006/main">
              <a:ext uri="{FF2B5EF4-FFF2-40B4-BE49-F238E27FC236}">
                <a16:creationId xmlns:a16="http://schemas.microsoft.com/office/drawing/2014/main" id="{28C0891C-B1EC-4F50-BC68-AAFECA90554C}"/>
              </a:ext>
            </a:extLst>
          </p:cNvPr>
          <p:cNvSpPr>
            <a:spLocks xmlns:a="http://schemas.openxmlformats.org/drawingml/2006/main" noGrp="1"/>
          </p:cNvSpPr>
          <p:nvPr/>
        </p:nvSpPr>
        <p:spPr>
          <a:xfrm xmlns:a="http://schemas.openxmlformats.org/drawingml/2006/main">
            <a:off x="10001250" y="1657350"/>
            <a:ext cx="1428750" cy="514350"/>
          </a:xfrm>
          <a:prstGeom xmlns:a="http://schemas.openxmlformats.org/drawingml/2006/main" prst="rect">
            <a:avLst/>
          </a:prstGeom>
          <a:solidFill xmlns:a="http://schemas.openxmlformats.org/drawingml/2006/main">
            <a:srgbClr val="12344D"/>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39D2B2C7-3432-4F01-BB3E-5D9A4282F64B}"/>
              </a:ext>
            </a:extLst>
          </p:cNvPr>
          <p:cNvSpPr>
            <a:spLocks xmlns:a="http://schemas.openxmlformats.org/drawingml/2006/main" noGrp="1"/>
          </p:cNvSpPr>
          <p:nvPr/>
        </p:nvSpPr>
        <p:spPr>
          <a:xfrm xmlns:a="http://schemas.openxmlformats.org/drawingml/2006/main">
            <a:off x="10039350" y="17811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ctr">
              <a:defRPr sz="1200" b="1">
                <a:solidFill>
                  <a:srgbClr val="FFFFFF"/>
                </a:solidFill>
                <a:latin typeface="Noto Sans"/>
                <a:ea typeface="Noto Sans"/>
                <a:cs typeface="Noto Sans"/>
              </a:defRPr>
            </a:pPr>
            <a:r>
              <a:rPr sz="1200" b="1">
                <a:solidFill>
                  <a:srgbClr val="FFFFFF"/>
                </a:solidFill>
                <a:latin typeface="Noto Sans"/>
                <a:ea typeface="Noto Sans"/>
                <a:cs typeface="Noto Sans"/>
              </a:rPr>
              <a:t>Saturation</a:t>
            </a:r>
          </a:p>
        </p:txBody>
      </p:sp>
      <p:sp>
        <p:nvSpPr>
          <p:cNvPr id="18" name="">
            <a:extLst xmlns:a="http://schemas.openxmlformats.org/drawingml/2006/main">
              <a:ext uri="{FF2B5EF4-FFF2-40B4-BE49-F238E27FC236}">
                <a16:creationId xmlns:a16="http://schemas.microsoft.com/office/drawing/2014/main" id="{B1F6EDB8-ED6A-4860-903E-B58C69C90B86}"/>
              </a:ext>
            </a:extLst>
          </p:cNvPr>
          <p:cNvSpPr>
            <a:spLocks xmlns:a="http://schemas.openxmlformats.org/drawingml/2006/main" noGrp="1"/>
          </p:cNvSpPr>
          <p:nvPr/>
        </p:nvSpPr>
        <p:spPr>
          <a:xfrm xmlns:a="http://schemas.openxmlformats.org/drawingml/2006/main">
            <a:off x="685800" y="2171700"/>
            <a:ext cx="12001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19" name="">
            <a:extLst xmlns:a="http://schemas.openxmlformats.org/drawingml/2006/main">
              <a:ext uri="{FF2B5EF4-FFF2-40B4-BE49-F238E27FC236}">
                <a16:creationId xmlns:a16="http://schemas.microsoft.com/office/drawing/2014/main" id="{E9E20EFC-4598-4597-A978-8869874D200C}"/>
              </a:ext>
            </a:extLst>
          </p:cNvPr>
          <p:cNvSpPr>
            <a:spLocks xmlns:a="http://schemas.openxmlformats.org/drawingml/2006/main" noGrp="1"/>
          </p:cNvSpPr>
          <p:nvPr/>
        </p:nvSpPr>
        <p:spPr>
          <a:xfrm xmlns:a="http://schemas.openxmlformats.org/drawingml/2006/main">
            <a:off x="723900" y="2305050"/>
            <a:ext cx="112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2</a:t>
            </a:r>
          </a:p>
        </p:txBody>
      </p:sp>
      <p:sp>
        <p:nvSpPr>
          <p:cNvPr id="20" name="">
            <a:extLst xmlns:a="http://schemas.openxmlformats.org/drawingml/2006/main">
              <a:ext uri="{FF2B5EF4-FFF2-40B4-BE49-F238E27FC236}">
                <a16:creationId xmlns:a16="http://schemas.microsoft.com/office/drawing/2014/main" id="{244AAD63-AD65-41CE-A9BE-ACACC33D357A}"/>
              </a:ext>
            </a:extLst>
          </p:cNvPr>
          <p:cNvSpPr>
            <a:spLocks xmlns:a="http://schemas.openxmlformats.org/drawingml/2006/main" noGrp="1"/>
          </p:cNvSpPr>
          <p:nvPr/>
        </p:nvSpPr>
        <p:spPr>
          <a:xfrm xmlns:a="http://schemas.openxmlformats.org/drawingml/2006/main">
            <a:off x="1924050" y="2171700"/>
            <a:ext cx="1314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21" name="">
            <a:extLst xmlns:a="http://schemas.openxmlformats.org/drawingml/2006/main">
              <a:ext uri="{FF2B5EF4-FFF2-40B4-BE49-F238E27FC236}">
                <a16:creationId xmlns:a16="http://schemas.microsoft.com/office/drawing/2014/main" id="{AA35E3AA-FDE1-432F-ACFF-C70F5D347163}"/>
              </a:ext>
            </a:extLst>
          </p:cNvPr>
          <p:cNvSpPr>
            <a:spLocks xmlns:a="http://schemas.openxmlformats.org/drawingml/2006/main" noGrp="1"/>
          </p:cNvSpPr>
          <p:nvPr/>
        </p:nvSpPr>
        <p:spPr>
          <a:xfrm xmlns:a="http://schemas.openxmlformats.org/drawingml/2006/main">
            <a:off x="1962150" y="23050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1/4</a:t>
            </a:r>
          </a:p>
        </p:txBody>
      </p:sp>
      <p:sp>
        <p:nvSpPr>
          <p:cNvPr id="22" name="">
            <a:extLst xmlns:a="http://schemas.openxmlformats.org/drawingml/2006/main">
              <a:ext uri="{FF2B5EF4-FFF2-40B4-BE49-F238E27FC236}">
                <a16:creationId xmlns:a16="http://schemas.microsoft.com/office/drawing/2014/main" id="{5E83D91B-62CA-4C5B-99BD-6A1CF7418BBD}"/>
              </a:ext>
            </a:extLst>
          </p:cNvPr>
          <p:cNvSpPr>
            <a:spLocks xmlns:a="http://schemas.openxmlformats.org/drawingml/2006/main" noGrp="1"/>
          </p:cNvSpPr>
          <p:nvPr/>
        </p:nvSpPr>
        <p:spPr>
          <a:xfrm xmlns:a="http://schemas.openxmlformats.org/drawingml/2006/main">
            <a:off x="3276600" y="21717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23" name="">
            <a:extLst xmlns:a="http://schemas.openxmlformats.org/drawingml/2006/main">
              <a:ext uri="{FF2B5EF4-FFF2-40B4-BE49-F238E27FC236}">
                <a16:creationId xmlns:a16="http://schemas.microsoft.com/office/drawing/2014/main" id="{77B4178C-56EC-4C03-B4DE-5C1372D244AF}"/>
              </a:ext>
            </a:extLst>
          </p:cNvPr>
          <p:cNvSpPr>
            <a:spLocks xmlns:a="http://schemas.openxmlformats.org/drawingml/2006/main" noGrp="1"/>
          </p:cNvSpPr>
          <p:nvPr/>
        </p:nvSpPr>
        <p:spPr>
          <a:xfrm xmlns:a="http://schemas.openxmlformats.org/drawingml/2006/main">
            <a:off x="3314700" y="23050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16,2801</a:t>
            </a:r>
          </a:p>
        </p:txBody>
      </p:sp>
      <p:sp>
        <p:nvSpPr>
          <p:cNvPr id="24" name="">
            <a:extLst xmlns:a="http://schemas.openxmlformats.org/drawingml/2006/main">
              <a:ext uri="{FF2B5EF4-FFF2-40B4-BE49-F238E27FC236}">
                <a16:creationId xmlns:a16="http://schemas.microsoft.com/office/drawing/2014/main" id="{3C627815-3495-466F-B824-A157B167954E}"/>
              </a:ext>
            </a:extLst>
          </p:cNvPr>
          <p:cNvSpPr>
            <a:spLocks xmlns:a="http://schemas.openxmlformats.org/drawingml/2006/main" noGrp="1"/>
          </p:cNvSpPr>
          <p:nvPr/>
        </p:nvSpPr>
        <p:spPr>
          <a:xfrm xmlns:a="http://schemas.openxmlformats.org/drawingml/2006/main">
            <a:off x="4953000" y="2171700"/>
            <a:ext cx="16764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25" name="">
            <a:extLst xmlns:a="http://schemas.openxmlformats.org/drawingml/2006/main">
              <a:ext uri="{FF2B5EF4-FFF2-40B4-BE49-F238E27FC236}">
                <a16:creationId xmlns:a16="http://schemas.microsoft.com/office/drawing/2014/main" id="{A719695F-2074-41C2-8F7A-46B7DFD57872}"/>
              </a:ext>
            </a:extLst>
          </p:cNvPr>
          <p:cNvSpPr>
            <a:spLocks xmlns:a="http://schemas.openxmlformats.org/drawingml/2006/main" noGrp="1"/>
          </p:cNvSpPr>
          <p:nvPr/>
        </p:nvSpPr>
        <p:spPr>
          <a:xfrm xmlns:a="http://schemas.openxmlformats.org/drawingml/2006/main">
            <a:off x="4991100" y="23050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4,0833</a:t>
            </a:r>
          </a:p>
        </p:txBody>
      </p:sp>
      <p:sp>
        <p:nvSpPr>
          <p:cNvPr id="26" name="">
            <a:extLst xmlns:a="http://schemas.openxmlformats.org/drawingml/2006/main">
              <a:ext uri="{FF2B5EF4-FFF2-40B4-BE49-F238E27FC236}">
                <a16:creationId xmlns:a16="http://schemas.microsoft.com/office/drawing/2014/main" id="{1B28A0FC-214D-4CA1-BD6B-311C4892C6FE}"/>
              </a:ext>
            </a:extLst>
          </p:cNvPr>
          <p:cNvSpPr>
            <a:spLocks xmlns:a="http://schemas.openxmlformats.org/drawingml/2006/main" noGrp="1"/>
          </p:cNvSpPr>
          <p:nvPr/>
        </p:nvSpPr>
        <p:spPr>
          <a:xfrm xmlns:a="http://schemas.openxmlformats.org/drawingml/2006/main">
            <a:off x="6667500" y="2171700"/>
            <a:ext cx="1619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27" name="">
            <a:extLst xmlns:a="http://schemas.openxmlformats.org/drawingml/2006/main">
              <a:ext uri="{FF2B5EF4-FFF2-40B4-BE49-F238E27FC236}">
                <a16:creationId xmlns:a16="http://schemas.microsoft.com/office/drawing/2014/main" id="{8B500993-C264-4BF2-8D69-2913E84062F5}"/>
              </a:ext>
            </a:extLst>
          </p:cNvPr>
          <p:cNvSpPr>
            <a:spLocks xmlns:a="http://schemas.openxmlformats.org/drawingml/2006/main" noGrp="1"/>
          </p:cNvSpPr>
          <p:nvPr/>
        </p:nvSpPr>
        <p:spPr>
          <a:xfrm xmlns:a="http://schemas.openxmlformats.org/drawingml/2006/main">
            <a:off x="6705600" y="2305050"/>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5,6592</a:t>
            </a:r>
          </a:p>
        </p:txBody>
      </p:sp>
      <p:sp>
        <p:nvSpPr>
          <p:cNvPr id="28" name="">
            <a:extLst xmlns:a="http://schemas.openxmlformats.org/drawingml/2006/main">
              <a:ext uri="{FF2B5EF4-FFF2-40B4-BE49-F238E27FC236}">
                <a16:creationId xmlns:a16="http://schemas.microsoft.com/office/drawing/2014/main" id="{4D46C4BD-0E19-4266-A706-717F5F3A0C1B}"/>
              </a:ext>
            </a:extLst>
          </p:cNvPr>
          <p:cNvSpPr>
            <a:spLocks xmlns:a="http://schemas.openxmlformats.org/drawingml/2006/main" noGrp="1"/>
          </p:cNvSpPr>
          <p:nvPr/>
        </p:nvSpPr>
        <p:spPr>
          <a:xfrm xmlns:a="http://schemas.openxmlformats.org/drawingml/2006/main">
            <a:off x="8324850" y="21717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29" name="">
            <a:extLst xmlns:a="http://schemas.openxmlformats.org/drawingml/2006/main">
              <a:ext uri="{FF2B5EF4-FFF2-40B4-BE49-F238E27FC236}">
                <a16:creationId xmlns:a16="http://schemas.microsoft.com/office/drawing/2014/main" id="{E903BEB1-EE5E-44A7-ADC8-D853C3C5FC64}"/>
              </a:ext>
            </a:extLst>
          </p:cNvPr>
          <p:cNvSpPr>
            <a:spLocks xmlns:a="http://schemas.openxmlformats.org/drawingml/2006/main" noGrp="1"/>
          </p:cNvSpPr>
          <p:nvPr/>
        </p:nvSpPr>
        <p:spPr>
          <a:xfrm xmlns:a="http://schemas.openxmlformats.org/drawingml/2006/main">
            <a:off x="8362950" y="23050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73,54</a:t>
            </a:r>
          </a:p>
        </p:txBody>
      </p:sp>
      <p:sp>
        <p:nvSpPr>
          <p:cNvPr id="30" name="">
            <a:extLst xmlns:a="http://schemas.openxmlformats.org/drawingml/2006/main">
              <a:ext uri="{FF2B5EF4-FFF2-40B4-BE49-F238E27FC236}">
                <a16:creationId xmlns:a16="http://schemas.microsoft.com/office/drawing/2014/main" id="{A0FB378A-6D13-48E4-98F9-AFF901E7B0C5}"/>
              </a:ext>
            </a:extLst>
          </p:cNvPr>
          <p:cNvSpPr>
            <a:spLocks xmlns:a="http://schemas.openxmlformats.org/drawingml/2006/main" noGrp="1"/>
          </p:cNvSpPr>
          <p:nvPr/>
        </p:nvSpPr>
        <p:spPr>
          <a:xfrm xmlns:a="http://schemas.openxmlformats.org/drawingml/2006/main">
            <a:off x="10001250" y="2171700"/>
            <a:ext cx="1428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31" name="">
            <a:extLst xmlns:a="http://schemas.openxmlformats.org/drawingml/2006/main">
              <a:ext uri="{FF2B5EF4-FFF2-40B4-BE49-F238E27FC236}">
                <a16:creationId xmlns:a16="http://schemas.microsoft.com/office/drawing/2014/main" id="{1BEE99D5-958D-49F7-9CAA-A930A0A2646F}"/>
              </a:ext>
            </a:extLst>
          </p:cNvPr>
          <p:cNvSpPr>
            <a:spLocks xmlns:a="http://schemas.openxmlformats.org/drawingml/2006/main" noGrp="1"/>
          </p:cNvSpPr>
          <p:nvPr/>
        </p:nvSpPr>
        <p:spPr>
          <a:xfrm xmlns:a="http://schemas.openxmlformats.org/drawingml/2006/main">
            <a:off x="10039350" y="2305050"/>
            <a:ext cx="1352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64</a:t>
            </a:r>
          </a:p>
        </p:txBody>
      </p:sp>
      <p:sp>
        <p:nvSpPr>
          <p:cNvPr id="32" name="">
            <a:extLst xmlns:a="http://schemas.openxmlformats.org/drawingml/2006/main">
              <a:ext uri="{FF2B5EF4-FFF2-40B4-BE49-F238E27FC236}">
                <a16:creationId xmlns:a16="http://schemas.microsoft.com/office/drawing/2014/main" id="{2C548991-D816-4349-97F2-C469F456CE54}"/>
              </a:ext>
            </a:extLst>
          </p:cNvPr>
          <p:cNvSpPr>
            <a:spLocks xmlns:a="http://schemas.openxmlformats.org/drawingml/2006/main" noGrp="1"/>
          </p:cNvSpPr>
          <p:nvPr/>
        </p:nvSpPr>
        <p:spPr>
          <a:xfrm xmlns:a="http://schemas.openxmlformats.org/drawingml/2006/main">
            <a:off x="685800" y="2762250"/>
            <a:ext cx="120015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33" name="">
            <a:extLst xmlns:a="http://schemas.openxmlformats.org/drawingml/2006/main">
              <a:ext uri="{FF2B5EF4-FFF2-40B4-BE49-F238E27FC236}">
                <a16:creationId xmlns:a16="http://schemas.microsoft.com/office/drawing/2014/main" id="{C8A435CA-9CA2-4298-96A8-823A143EACC6}"/>
              </a:ext>
            </a:extLst>
          </p:cNvPr>
          <p:cNvSpPr>
            <a:spLocks xmlns:a="http://schemas.openxmlformats.org/drawingml/2006/main" noGrp="1"/>
          </p:cNvSpPr>
          <p:nvPr/>
        </p:nvSpPr>
        <p:spPr>
          <a:xfrm xmlns:a="http://schemas.openxmlformats.org/drawingml/2006/main">
            <a:off x="723900" y="2895600"/>
            <a:ext cx="112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3</a:t>
            </a:r>
          </a:p>
        </p:txBody>
      </p:sp>
      <p:sp>
        <p:nvSpPr>
          <p:cNvPr id="34" name="">
            <a:extLst xmlns:a="http://schemas.openxmlformats.org/drawingml/2006/main">
              <a:ext uri="{FF2B5EF4-FFF2-40B4-BE49-F238E27FC236}">
                <a16:creationId xmlns:a16="http://schemas.microsoft.com/office/drawing/2014/main" id="{49F091AB-421C-46D0-835A-6D3B39B26F46}"/>
              </a:ext>
            </a:extLst>
          </p:cNvPr>
          <p:cNvSpPr>
            <a:spLocks xmlns:a="http://schemas.openxmlformats.org/drawingml/2006/main" noGrp="1"/>
          </p:cNvSpPr>
          <p:nvPr/>
        </p:nvSpPr>
        <p:spPr>
          <a:xfrm xmlns:a="http://schemas.openxmlformats.org/drawingml/2006/main">
            <a:off x="1924050" y="2762250"/>
            <a:ext cx="131445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35" name="">
            <a:extLst xmlns:a="http://schemas.openxmlformats.org/drawingml/2006/main">
              <a:ext uri="{FF2B5EF4-FFF2-40B4-BE49-F238E27FC236}">
                <a16:creationId xmlns:a16="http://schemas.microsoft.com/office/drawing/2014/main" id="{C64A9B76-0F50-4E0B-B871-898986C67BA8}"/>
              </a:ext>
            </a:extLst>
          </p:cNvPr>
          <p:cNvSpPr>
            <a:spLocks xmlns:a="http://schemas.openxmlformats.org/drawingml/2006/main" noGrp="1"/>
          </p:cNvSpPr>
          <p:nvPr/>
        </p:nvSpPr>
        <p:spPr>
          <a:xfrm xmlns:a="http://schemas.openxmlformats.org/drawingml/2006/main">
            <a:off x="1962150" y="28956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1/8</a:t>
            </a:r>
          </a:p>
        </p:txBody>
      </p:sp>
      <p:sp>
        <p:nvSpPr>
          <p:cNvPr id="36" name="">
            <a:extLst xmlns:a="http://schemas.openxmlformats.org/drawingml/2006/main">
              <a:ext uri="{FF2B5EF4-FFF2-40B4-BE49-F238E27FC236}">
                <a16:creationId xmlns:a16="http://schemas.microsoft.com/office/drawing/2014/main" id="{8E42C8E7-E751-4F0B-BE14-55BD53F32F7B}"/>
              </a:ext>
            </a:extLst>
          </p:cNvPr>
          <p:cNvSpPr>
            <a:spLocks xmlns:a="http://schemas.openxmlformats.org/drawingml/2006/main" noGrp="1"/>
          </p:cNvSpPr>
          <p:nvPr/>
        </p:nvSpPr>
        <p:spPr>
          <a:xfrm xmlns:a="http://schemas.openxmlformats.org/drawingml/2006/main">
            <a:off x="3276600" y="2762250"/>
            <a:ext cx="163830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37" name="">
            <a:extLst xmlns:a="http://schemas.openxmlformats.org/drawingml/2006/main">
              <a:ext uri="{FF2B5EF4-FFF2-40B4-BE49-F238E27FC236}">
                <a16:creationId xmlns:a16="http://schemas.microsoft.com/office/drawing/2014/main" id="{11D1FE82-886D-4BE2-8D90-D4E11EDC1FCC}"/>
              </a:ext>
            </a:extLst>
          </p:cNvPr>
          <p:cNvSpPr>
            <a:spLocks xmlns:a="http://schemas.openxmlformats.org/drawingml/2006/main" noGrp="1"/>
          </p:cNvSpPr>
          <p:nvPr/>
        </p:nvSpPr>
        <p:spPr>
          <a:xfrm xmlns:a="http://schemas.openxmlformats.org/drawingml/2006/main">
            <a:off x="3314700" y="289560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16,2801</a:t>
            </a:r>
          </a:p>
        </p:txBody>
      </p:sp>
      <p:sp>
        <p:nvSpPr>
          <p:cNvPr id="38" name="">
            <a:extLst xmlns:a="http://schemas.openxmlformats.org/drawingml/2006/main">
              <a:ext uri="{FF2B5EF4-FFF2-40B4-BE49-F238E27FC236}">
                <a16:creationId xmlns:a16="http://schemas.microsoft.com/office/drawing/2014/main" id="{F4D457FF-08C4-4F4A-859D-84204F4831D2}"/>
              </a:ext>
            </a:extLst>
          </p:cNvPr>
          <p:cNvSpPr>
            <a:spLocks xmlns:a="http://schemas.openxmlformats.org/drawingml/2006/main" noGrp="1"/>
          </p:cNvSpPr>
          <p:nvPr/>
        </p:nvSpPr>
        <p:spPr>
          <a:xfrm xmlns:a="http://schemas.openxmlformats.org/drawingml/2006/main">
            <a:off x="4953000" y="2762250"/>
            <a:ext cx="167640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39" name="">
            <a:extLst xmlns:a="http://schemas.openxmlformats.org/drawingml/2006/main">
              <a:ext uri="{FF2B5EF4-FFF2-40B4-BE49-F238E27FC236}">
                <a16:creationId xmlns:a16="http://schemas.microsoft.com/office/drawing/2014/main" id="{411853F2-A4C4-4923-8AB4-A1B52BF452B0}"/>
              </a:ext>
            </a:extLst>
          </p:cNvPr>
          <p:cNvSpPr>
            <a:spLocks xmlns:a="http://schemas.openxmlformats.org/drawingml/2006/main" noGrp="1"/>
          </p:cNvSpPr>
          <p:nvPr/>
        </p:nvSpPr>
        <p:spPr>
          <a:xfrm xmlns:a="http://schemas.openxmlformats.org/drawingml/2006/main">
            <a:off x="4991100" y="289560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4,5129</a:t>
            </a:r>
          </a:p>
        </p:txBody>
      </p:sp>
      <p:sp>
        <p:nvSpPr>
          <p:cNvPr id="40" name="">
            <a:extLst xmlns:a="http://schemas.openxmlformats.org/drawingml/2006/main">
              <a:ext uri="{FF2B5EF4-FFF2-40B4-BE49-F238E27FC236}">
                <a16:creationId xmlns:a16="http://schemas.microsoft.com/office/drawing/2014/main" id="{CD1A8D56-1C59-494E-8AC1-ECDC5EEA7C91}"/>
              </a:ext>
            </a:extLst>
          </p:cNvPr>
          <p:cNvSpPr>
            <a:spLocks xmlns:a="http://schemas.openxmlformats.org/drawingml/2006/main" noGrp="1"/>
          </p:cNvSpPr>
          <p:nvPr/>
        </p:nvSpPr>
        <p:spPr>
          <a:xfrm xmlns:a="http://schemas.openxmlformats.org/drawingml/2006/main">
            <a:off x="6667500" y="2762250"/>
            <a:ext cx="161925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41" name="">
            <a:extLst xmlns:a="http://schemas.openxmlformats.org/drawingml/2006/main">
              <a:ext uri="{FF2B5EF4-FFF2-40B4-BE49-F238E27FC236}">
                <a16:creationId xmlns:a16="http://schemas.microsoft.com/office/drawing/2014/main" id="{B4F3A89F-8C84-4109-A1EA-BDD605AF2358}"/>
              </a:ext>
            </a:extLst>
          </p:cNvPr>
          <p:cNvSpPr>
            <a:spLocks xmlns:a="http://schemas.openxmlformats.org/drawingml/2006/main" noGrp="1"/>
          </p:cNvSpPr>
          <p:nvPr/>
        </p:nvSpPr>
        <p:spPr>
          <a:xfrm xmlns:a="http://schemas.openxmlformats.org/drawingml/2006/main">
            <a:off x="6705600" y="2895600"/>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6,4618</a:t>
            </a:r>
          </a:p>
        </p:txBody>
      </p:sp>
      <p:sp>
        <p:nvSpPr>
          <p:cNvPr id="42" name="">
            <a:extLst xmlns:a="http://schemas.openxmlformats.org/drawingml/2006/main">
              <a:ext uri="{FF2B5EF4-FFF2-40B4-BE49-F238E27FC236}">
                <a16:creationId xmlns:a16="http://schemas.microsoft.com/office/drawing/2014/main" id="{70DD4EE6-A1A4-43CA-9E7E-EDD64BD35A9E}"/>
              </a:ext>
            </a:extLst>
          </p:cNvPr>
          <p:cNvSpPr>
            <a:spLocks xmlns:a="http://schemas.openxmlformats.org/drawingml/2006/main" noGrp="1"/>
          </p:cNvSpPr>
          <p:nvPr/>
        </p:nvSpPr>
        <p:spPr>
          <a:xfrm xmlns:a="http://schemas.openxmlformats.org/drawingml/2006/main">
            <a:off x="8324850" y="2762250"/>
            <a:ext cx="163830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43" name="">
            <a:extLst xmlns:a="http://schemas.openxmlformats.org/drawingml/2006/main">
              <a:ext uri="{FF2B5EF4-FFF2-40B4-BE49-F238E27FC236}">
                <a16:creationId xmlns:a16="http://schemas.microsoft.com/office/drawing/2014/main" id="{971B98C6-9C1F-4E13-8EE4-6FD7900EE36D}"/>
              </a:ext>
            </a:extLst>
          </p:cNvPr>
          <p:cNvSpPr>
            <a:spLocks xmlns:a="http://schemas.openxmlformats.org/drawingml/2006/main" noGrp="1"/>
          </p:cNvSpPr>
          <p:nvPr/>
        </p:nvSpPr>
        <p:spPr>
          <a:xfrm xmlns:a="http://schemas.openxmlformats.org/drawingml/2006/main">
            <a:off x="8362950" y="289560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52,75</a:t>
            </a:r>
          </a:p>
        </p:txBody>
      </p:sp>
      <p:sp>
        <p:nvSpPr>
          <p:cNvPr id="44" name="">
            <a:extLst xmlns:a="http://schemas.openxmlformats.org/drawingml/2006/main">
              <a:ext uri="{FF2B5EF4-FFF2-40B4-BE49-F238E27FC236}">
                <a16:creationId xmlns:a16="http://schemas.microsoft.com/office/drawing/2014/main" id="{E3A06643-ABFC-45EB-9734-3DD5A40175E7}"/>
              </a:ext>
            </a:extLst>
          </p:cNvPr>
          <p:cNvSpPr>
            <a:spLocks xmlns:a="http://schemas.openxmlformats.org/drawingml/2006/main" noGrp="1"/>
          </p:cNvSpPr>
          <p:nvPr/>
        </p:nvSpPr>
        <p:spPr>
          <a:xfrm xmlns:a="http://schemas.openxmlformats.org/drawingml/2006/main">
            <a:off x="10001250" y="2762250"/>
            <a:ext cx="1428750" cy="590550"/>
          </a:xfrm>
          <a:prstGeom xmlns:a="http://schemas.openxmlformats.org/drawingml/2006/main" prst="rect">
            <a:avLst/>
          </a:prstGeom>
          <a:solidFill xmlns:a="http://schemas.openxmlformats.org/drawingml/2006/main">
            <a:srgbClr val="EAF3F8"/>
          </a:solidFill>
          <a:ln xmlns:a="http://schemas.openxmlformats.org/drawingml/2006/main" w="9525">
            <a:solidFill>
              <a:srgbClr val="C8D5DC"/>
            </a:solidFill>
          </a:ln>
        </p:spPr>
      </p:sp>
      <p:sp>
        <p:nvSpPr>
          <p:cNvPr id="45" name="">
            <a:extLst xmlns:a="http://schemas.openxmlformats.org/drawingml/2006/main">
              <a:ext uri="{FF2B5EF4-FFF2-40B4-BE49-F238E27FC236}">
                <a16:creationId xmlns:a16="http://schemas.microsoft.com/office/drawing/2014/main" id="{897E83E7-E645-4F03-8F9E-3E4054BD533D}"/>
              </a:ext>
            </a:extLst>
          </p:cNvPr>
          <p:cNvSpPr>
            <a:spLocks xmlns:a="http://schemas.openxmlformats.org/drawingml/2006/main" noGrp="1"/>
          </p:cNvSpPr>
          <p:nvPr/>
        </p:nvSpPr>
        <p:spPr>
          <a:xfrm xmlns:a="http://schemas.openxmlformats.org/drawingml/2006/main">
            <a:off x="10039350" y="2895600"/>
            <a:ext cx="1352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a:solidFill>
                  <a:srgbClr val="005A9C"/>
                </a:solidFill>
                <a:latin typeface="Noto Sans"/>
                <a:ea typeface="Noto Sans"/>
                <a:cs typeface="Noto Sans"/>
              </a:defRPr>
            </a:pPr>
            <a:r>
              <a:rPr sz="1350" b="1">
                <a:solidFill>
                  <a:srgbClr val="005A9C"/>
                </a:solidFill>
                <a:latin typeface="Noto Sans"/>
                <a:ea typeface="Noto Sans"/>
                <a:cs typeface="Noto Sans"/>
              </a:rPr>
              <a:t>99</a:t>
            </a:r>
          </a:p>
        </p:txBody>
      </p:sp>
      <p:sp>
        <p:nvSpPr>
          <p:cNvPr id="46" name="">
            <a:extLst xmlns:a="http://schemas.openxmlformats.org/drawingml/2006/main">
              <a:ext uri="{FF2B5EF4-FFF2-40B4-BE49-F238E27FC236}">
                <a16:creationId xmlns:a16="http://schemas.microsoft.com/office/drawing/2014/main" id="{D993291C-1C81-48FA-9E2E-C3516C8EE6A5}"/>
              </a:ext>
            </a:extLst>
          </p:cNvPr>
          <p:cNvSpPr>
            <a:spLocks xmlns:a="http://schemas.openxmlformats.org/drawingml/2006/main" noGrp="1"/>
          </p:cNvSpPr>
          <p:nvPr/>
        </p:nvSpPr>
        <p:spPr>
          <a:xfrm xmlns:a="http://schemas.openxmlformats.org/drawingml/2006/main">
            <a:off x="685800" y="3352800"/>
            <a:ext cx="12001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47" name="">
            <a:extLst xmlns:a="http://schemas.openxmlformats.org/drawingml/2006/main">
              <a:ext uri="{FF2B5EF4-FFF2-40B4-BE49-F238E27FC236}">
                <a16:creationId xmlns:a16="http://schemas.microsoft.com/office/drawing/2014/main" id="{FDDDE151-F6D5-4E39-A4CD-3DFECEF71C9F}"/>
              </a:ext>
            </a:extLst>
          </p:cNvPr>
          <p:cNvSpPr>
            <a:spLocks xmlns:a="http://schemas.openxmlformats.org/drawingml/2006/main" noGrp="1"/>
          </p:cNvSpPr>
          <p:nvPr/>
        </p:nvSpPr>
        <p:spPr>
          <a:xfrm xmlns:a="http://schemas.openxmlformats.org/drawingml/2006/main">
            <a:off x="723900" y="3486150"/>
            <a:ext cx="112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4</a:t>
            </a:r>
          </a:p>
        </p:txBody>
      </p:sp>
      <p:sp>
        <p:nvSpPr>
          <p:cNvPr id="48" name="">
            <a:extLst xmlns:a="http://schemas.openxmlformats.org/drawingml/2006/main">
              <a:ext uri="{FF2B5EF4-FFF2-40B4-BE49-F238E27FC236}">
                <a16:creationId xmlns:a16="http://schemas.microsoft.com/office/drawing/2014/main" id="{FB18773E-A25D-4903-BBE8-BC22336BF90A}"/>
              </a:ext>
            </a:extLst>
          </p:cNvPr>
          <p:cNvSpPr>
            <a:spLocks xmlns:a="http://schemas.openxmlformats.org/drawingml/2006/main" noGrp="1"/>
          </p:cNvSpPr>
          <p:nvPr/>
        </p:nvSpPr>
        <p:spPr>
          <a:xfrm xmlns:a="http://schemas.openxmlformats.org/drawingml/2006/main">
            <a:off x="1924050" y="3352800"/>
            <a:ext cx="1314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49" name="">
            <a:extLst xmlns:a="http://schemas.openxmlformats.org/drawingml/2006/main">
              <a:ext uri="{FF2B5EF4-FFF2-40B4-BE49-F238E27FC236}">
                <a16:creationId xmlns:a16="http://schemas.microsoft.com/office/drawing/2014/main" id="{21D39332-DBA8-4315-A7E8-639EB93E2A44}"/>
              </a:ext>
            </a:extLst>
          </p:cNvPr>
          <p:cNvSpPr>
            <a:spLocks xmlns:a="http://schemas.openxmlformats.org/drawingml/2006/main" noGrp="1"/>
          </p:cNvSpPr>
          <p:nvPr/>
        </p:nvSpPr>
        <p:spPr>
          <a:xfrm xmlns:a="http://schemas.openxmlformats.org/drawingml/2006/main">
            <a:off x="1962150" y="34861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1/16</a:t>
            </a:r>
          </a:p>
        </p:txBody>
      </p:sp>
      <p:sp>
        <p:nvSpPr>
          <p:cNvPr id="50" name="">
            <a:extLst xmlns:a="http://schemas.openxmlformats.org/drawingml/2006/main">
              <a:ext uri="{FF2B5EF4-FFF2-40B4-BE49-F238E27FC236}">
                <a16:creationId xmlns:a16="http://schemas.microsoft.com/office/drawing/2014/main" id="{8FBEAA28-F909-40C2-8688-D27377485196}"/>
              </a:ext>
            </a:extLst>
          </p:cNvPr>
          <p:cNvSpPr>
            <a:spLocks xmlns:a="http://schemas.openxmlformats.org/drawingml/2006/main" noGrp="1"/>
          </p:cNvSpPr>
          <p:nvPr/>
        </p:nvSpPr>
        <p:spPr>
          <a:xfrm xmlns:a="http://schemas.openxmlformats.org/drawingml/2006/main">
            <a:off x="3276600" y="33528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51" name="">
            <a:extLst xmlns:a="http://schemas.openxmlformats.org/drawingml/2006/main">
              <a:ext uri="{FF2B5EF4-FFF2-40B4-BE49-F238E27FC236}">
                <a16:creationId xmlns:a16="http://schemas.microsoft.com/office/drawing/2014/main" id="{B0EBE428-C131-4562-A4CE-CC8DF7676DEE}"/>
              </a:ext>
            </a:extLst>
          </p:cNvPr>
          <p:cNvSpPr>
            <a:spLocks xmlns:a="http://schemas.openxmlformats.org/drawingml/2006/main" noGrp="1"/>
          </p:cNvSpPr>
          <p:nvPr/>
        </p:nvSpPr>
        <p:spPr>
          <a:xfrm xmlns:a="http://schemas.openxmlformats.org/drawingml/2006/main">
            <a:off x="3314700" y="34861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16,2801</a:t>
            </a:r>
          </a:p>
        </p:txBody>
      </p:sp>
      <p:sp>
        <p:nvSpPr>
          <p:cNvPr id="52" name="">
            <a:extLst xmlns:a="http://schemas.openxmlformats.org/drawingml/2006/main">
              <a:ext uri="{FF2B5EF4-FFF2-40B4-BE49-F238E27FC236}">
                <a16:creationId xmlns:a16="http://schemas.microsoft.com/office/drawing/2014/main" id="{655FA7FB-F2FA-4E67-A667-E71A610CC6BF}"/>
              </a:ext>
            </a:extLst>
          </p:cNvPr>
          <p:cNvSpPr>
            <a:spLocks xmlns:a="http://schemas.openxmlformats.org/drawingml/2006/main" noGrp="1"/>
          </p:cNvSpPr>
          <p:nvPr/>
        </p:nvSpPr>
        <p:spPr>
          <a:xfrm xmlns:a="http://schemas.openxmlformats.org/drawingml/2006/main">
            <a:off x="4953000" y="3352800"/>
            <a:ext cx="16764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53" name="">
            <a:extLst xmlns:a="http://schemas.openxmlformats.org/drawingml/2006/main">
              <a:ext uri="{FF2B5EF4-FFF2-40B4-BE49-F238E27FC236}">
                <a16:creationId xmlns:a16="http://schemas.microsoft.com/office/drawing/2014/main" id="{33D73A8A-7202-470A-9FAE-59194B9C3F66}"/>
              </a:ext>
            </a:extLst>
          </p:cNvPr>
          <p:cNvSpPr>
            <a:spLocks xmlns:a="http://schemas.openxmlformats.org/drawingml/2006/main" noGrp="1"/>
          </p:cNvSpPr>
          <p:nvPr/>
        </p:nvSpPr>
        <p:spPr>
          <a:xfrm xmlns:a="http://schemas.openxmlformats.org/drawingml/2006/main">
            <a:off x="4991100" y="34861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4,7815</a:t>
            </a:r>
          </a:p>
        </p:txBody>
      </p:sp>
      <p:sp>
        <p:nvSpPr>
          <p:cNvPr id="54" name="">
            <a:extLst xmlns:a="http://schemas.openxmlformats.org/drawingml/2006/main">
              <a:ext uri="{FF2B5EF4-FFF2-40B4-BE49-F238E27FC236}">
                <a16:creationId xmlns:a16="http://schemas.microsoft.com/office/drawing/2014/main" id="{DDEAB624-D2DE-42A7-A5ED-581FA3149B60}"/>
              </a:ext>
            </a:extLst>
          </p:cNvPr>
          <p:cNvSpPr>
            <a:spLocks xmlns:a="http://schemas.openxmlformats.org/drawingml/2006/main" noGrp="1"/>
          </p:cNvSpPr>
          <p:nvPr/>
        </p:nvSpPr>
        <p:spPr>
          <a:xfrm xmlns:a="http://schemas.openxmlformats.org/drawingml/2006/main">
            <a:off x="6667500" y="3352800"/>
            <a:ext cx="1619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55" name="">
            <a:extLst xmlns:a="http://schemas.openxmlformats.org/drawingml/2006/main">
              <a:ext uri="{FF2B5EF4-FFF2-40B4-BE49-F238E27FC236}">
                <a16:creationId xmlns:a16="http://schemas.microsoft.com/office/drawing/2014/main" id="{3BDEECF7-DD2A-4815-B063-D889137C3A27}"/>
              </a:ext>
            </a:extLst>
          </p:cNvPr>
          <p:cNvSpPr>
            <a:spLocks xmlns:a="http://schemas.openxmlformats.org/drawingml/2006/main" noGrp="1"/>
          </p:cNvSpPr>
          <p:nvPr/>
        </p:nvSpPr>
        <p:spPr>
          <a:xfrm xmlns:a="http://schemas.openxmlformats.org/drawingml/2006/main">
            <a:off x="6705600" y="3486150"/>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6,9210</a:t>
            </a:r>
          </a:p>
        </p:txBody>
      </p:sp>
      <p:sp>
        <p:nvSpPr>
          <p:cNvPr id="56" name="">
            <a:extLst xmlns:a="http://schemas.openxmlformats.org/drawingml/2006/main">
              <a:ext uri="{FF2B5EF4-FFF2-40B4-BE49-F238E27FC236}">
                <a16:creationId xmlns:a16="http://schemas.microsoft.com/office/drawing/2014/main" id="{FA2D2B44-5A8B-4B50-8DE3-ECAC56B685FC}"/>
              </a:ext>
            </a:extLst>
          </p:cNvPr>
          <p:cNvSpPr>
            <a:spLocks xmlns:a="http://schemas.openxmlformats.org/drawingml/2006/main" noGrp="1"/>
          </p:cNvSpPr>
          <p:nvPr/>
        </p:nvSpPr>
        <p:spPr>
          <a:xfrm xmlns:a="http://schemas.openxmlformats.org/drawingml/2006/main">
            <a:off x="8324850" y="33528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57" name="">
            <a:extLst xmlns:a="http://schemas.openxmlformats.org/drawingml/2006/main">
              <a:ext uri="{FF2B5EF4-FFF2-40B4-BE49-F238E27FC236}">
                <a16:creationId xmlns:a16="http://schemas.microsoft.com/office/drawing/2014/main" id="{4A4549BC-C760-44D8-A94A-421128F4D069}"/>
              </a:ext>
            </a:extLst>
          </p:cNvPr>
          <p:cNvSpPr>
            <a:spLocks xmlns:a="http://schemas.openxmlformats.org/drawingml/2006/main" noGrp="1"/>
          </p:cNvSpPr>
          <p:nvPr/>
        </p:nvSpPr>
        <p:spPr>
          <a:xfrm xmlns:a="http://schemas.openxmlformats.org/drawingml/2006/main">
            <a:off x="8362950" y="34861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39,91</a:t>
            </a:r>
          </a:p>
        </p:txBody>
      </p:sp>
      <p:sp>
        <p:nvSpPr>
          <p:cNvPr id="58" name="">
            <a:extLst xmlns:a="http://schemas.openxmlformats.org/drawingml/2006/main">
              <a:ext uri="{FF2B5EF4-FFF2-40B4-BE49-F238E27FC236}">
                <a16:creationId xmlns:a16="http://schemas.microsoft.com/office/drawing/2014/main" id="{91E5BF12-9004-4880-B5D3-6EB347E3AB20}"/>
              </a:ext>
            </a:extLst>
          </p:cNvPr>
          <p:cNvSpPr>
            <a:spLocks xmlns:a="http://schemas.openxmlformats.org/drawingml/2006/main" noGrp="1"/>
          </p:cNvSpPr>
          <p:nvPr/>
        </p:nvSpPr>
        <p:spPr>
          <a:xfrm xmlns:a="http://schemas.openxmlformats.org/drawingml/2006/main">
            <a:off x="10001250" y="3352800"/>
            <a:ext cx="1428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59" name="">
            <a:extLst xmlns:a="http://schemas.openxmlformats.org/drawingml/2006/main">
              <a:ext uri="{FF2B5EF4-FFF2-40B4-BE49-F238E27FC236}">
                <a16:creationId xmlns:a16="http://schemas.microsoft.com/office/drawing/2014/main" id="{50EDBA77-28CC-4949-8E0C-87B5D0647533}"/>
              </a:ext>
            </a:extLst>
          </p:cNvPr>
          <p:cNvSpPr>
            <a:spLocks xmlns:a="http://schemas.openxmlformats.org/drawingml/2006/main" noGrp="1"/>
          </p:cNvSpPr>
          <p:nvPr/>
        </p:nvSpPr>
        <p:spPr>
          <a:xfrm xmlns:a="http://schemas.openxmlformats.org/drawingml/2006/main">
            <a:off x="10039350" y="3486150"/>
            <a:ext cx="1352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119</a:t>
            </a:r>
          </a:p>
        </p:txBody>
      </p:sp>
      <p:sp>
        <p:nvSpPr>
          <p:cNvPr id="60" name="">
            <a:extLst xmlns:a="http://schemas.openxmlformats.org/drawingml/2006/main">
              <a:ext uri="{FF2B5EF4-FFF2-40B4-BE49-F238E27FC236}">
                <a16:creationId xmlns:a16="http://schemas.microsoft.com/office/drawing/2014/main" id="{77799F5F-66C0-4054-A41A-73E9A5CFBE53}"/>
              </a:ext>
            </a:extLst>
          </p:cNvPr>
          <p:cNvSpPr>
            <a:spLocks xmlns:a="http://schemas.openxmlformats.org/drawingml/2006/main" noGrp="1"/>
          </p:cNvSpPr>
          <p:nvPr/>
        </p:nvSpPr>
        <p:spPr>
          <a:xfrm xmlns:a="http://schemas.openxmlformats.org/drawingml/2006/main">
            <a:off x="685800" y="3943350"/>
            <a:ext cx="12001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61" name="">
            <a:extLst xmlns:a="http://schemas.openxmlformats.org/drawingml/2006/main">
              <a:ext uri="{FF2B5EF4-FFF2-40B4-BE49-F238E27FC236}">
                <a16:creationId xmlns:a16="http://schemas.microsoft.com/office/drawing/2014/main" id="{8E9517DD-84A1-441D-9A49-08C045B65307}"/>
              </a:ext>
            </a:extLst>
          </p:cNvPr>
          <p:cNvSpPr>
            <a:spLocks xmlns:a="http://schemas.openxmlformats.org/drawingml/2006/main" noGrp="1"/>
          </p:cNvSpPr>
          <p:nvPr/>
        </p:nvSpPr>
        <p:spPr>
          <a:xfrm xmlns:a="http://schemas.openxmlformats.org/drawingml/2006/main">
            <a:off x="723900" y="4076700"/>
            <a:ext cx="112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5</a:t>
            </a:r>
          </a:p>
        </p:txBody>
      </p:sp>
      <p:sp>
        <p:nvSpPr>
          <p:cNvPr id="62" name="">
            <a:extLst xmlns:a="http://schemas.openxmlformats.org/drawingml/2006/main">
              <a:ext uri="{FF2B5EF4-FFF2-40B4-BE49-F238E27FC236}">
                <a16:creationId xmlns:a16="http://schemas.microsoft.com/office/drawing/2014/main" id="{100B1A10-954D-4285-A93B-E68ABA7F2076}"/>
              </a:ext>
            </a:extLst>
          </p:cNvPr>
          <p:cNvSpPr>
            <a:spLocks xmlns:a="http://schemas.openxmlformats.org/drawingml/2006/main" noGrp="1"/>
          </p:cNvSpPr>
          <p:nvPr/>
        </p:nvSpPr>
        <p:spPr>
          <a:xfrm xmlns:a="http://schemas.openxmlformats.org/drawingml/2006/main">
            <a:off x="1924050" y="3943350"/>
            <a:ext cx="1314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63" name="">
            <a:extLst xmlns:a="http://schemas.openxmlformats.org/drawingml/2006/main">
              <a:ext uri="{FF2B5EF4-FFF2-40B4-BE49-F238E27FC236}">
                <a16:creationId xmlns:a16="http://schemas.microsoft.com/office/drawing/2014/main" id="{8B7581FD-0360-41BC-B744-82B3B82E0B01}"/>
              </a:ext>
            </a:extLst>
          </p:cNvPr>
          <p:cNvSpPr>
            <a:spLocks xmlns:a="http://schemas.openxmlformats.org/drawingml/2006/main" noGrp="1"/>
          </p:cNvSpPr>
          <p:nvPr/>
        </p:nvSpPr>
        <p:spPr>
          <a:xfrm xmlns:a="http://schemas.openxmlformats.org/drawingml/2006/main">
            <a:off x="1962150" y="40767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1/32</a:t>
            </a:r>
          </a:p>
        </p:txBody>
      </p:sp>
      <p:sp>
        <p:nvSpPr>
          <p:cNvPr id="64" name="">
            <a:extLst xmlns:a="http://schemas.openxmlformats.org/drawingml/2006/main">
              <a:ext uri="{FF2B5EF4-FFF2-40B4-BE49-F238E27FC236}">
                <a16:creationId xmlns:a16="http://schemas.microsoft.com/office/drawing/2014/main" id="{7F75BABB-4A57-4AB4-8B84-FB65DBB20906}"/>
              </a:ext>
            </a:extLst>
          </p:cNvPr>
          <p:cNvSpPr>
            <a:spLocks xmlns:a="http://schemas.openxmlformats.org/drawingml/2006/main" noGrp="1"/>
          </p:cNvSpPr>
          <p:nvPr/>
        </p:nvSpPr>
        <p:spPr>
          <a:xfrm xmlns:a="http://schemas.openxmlformats.org/drawingml/2006/main">
            <a:off x="3276600" y="394335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65" name="">
            <a:extLst xmlns:a="http://schemas.openxmlformats.org/drawingml/2006/main">
              <a:ext uri="{FF2B5EF4-FFF2-40B4-BE49-F238E27FC236}">
                <a16:creationId xmlns:a16="http://schemas.microsoft.com/office/drawing/2014/main" id="{01186E29-8546-497B-91E3-380C849E9548}"/>
              </a:ext>
            </a:extLst>
          </p:cNvPr>
          <p:cNvSpPr>
            <a:spLocks xmlns:a="http://schemas.openxmlformats.org/drawingml/2006/main" noGrp="1"/>
          </p:cNvSpPr>
          <p:nvPr/>
        </p:nvSpPr>
        <p:spPr>
          <a:xfrm xmlns:a="http://schemas.openxmlformats.org/drawingml/2006/main">
            <a:off x="3314700" y="407670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16,2801</a:t>
            </a:r>
          </a:p>
        </p:txBody>
      </p:sp>
      <p:sp>
        <p:nvSpPr>
          <p:cNvPr id="66" name="">
            <a:extLst xmlns:a="http://schemas.openxmlformats.org/drawingml/2006/main">
              <a:ext uri="{FF2B5EF4-FFF2-40B4-BE49-F238E27FC236}">
                <a16:creationId xmlns:a16="http://schemas.microsoft.com/office/drawing/2014/main" id="{8B7B9008-C0FE-406A-9867-D82C86889D60}"/>
              </a:ext>
            </a:extLst>
          </p:cNvPr>
          <p:cNvSpPr>
            <a:spLocks xmlns:a="http://schemas.openxmlformats.org/drawingml/2006/main" noGrp="1"/>
          </p:cNvSpPr>
          <p:nvPr/>
        </p:nvSpPr>
        <p:spPr>
          <a:xfrm xmlns:a="http://schemas.openxmlformats.org/drawingml/2006/main">
            <a:off x="4953000" y="3943350"/>
            <a:ext cx="16764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67" name="">
            <a:extLst xmlns:a="http://schemas.openxmlformats.org/drawingml/2006/main">
              <a:ext uri="{FF2B5EF4-FFF2-40B4-BE49-F238E27FC236}">
                <a16:creationId xmlns:a16="http://schemas.microsoft.com/office/drawing/2014/main" id="{BF4E5F05-D479-44F4-995C-AF78EC296496}"/>
              </a:ext>
            </a:extLst>
          </p:cNvPr>
          <p:cNvSpPr>
            <a:spLocks xmlns:a="http://schemas.openxmlformats.org/drawingml/2006/main" noGrp="1"/>
          </p:cNvSpPr>
          <p:nvPr/>
        </p:nvSpPr>
        <p:spPr>
          <a:xfrm xmlns:a="http://schemas.openxmlformats.org/drawingml/2006/main">
            <a:off x="4991100" y="407670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5,2254</a:t>
            </a:r>
          </a:p>
        </p:txBody>
      </p:sp>
      <p:sp>
        <p:nvSpPr>
          <p:cNvPr id="68" name="">
            <a:extLst xmlns:a="http://schemas.openxmlformats.org/drawingml/2006/main">
              <a:ext uri="{FF2B5EF4-FFF2-40B4-BE49-F238E27FC236}">
                <a16:creationId xmlns:a16="http://schemas.microsoft.com/office/drawing/2014/main" id="{8B76FAE0-7764-497C-B789-F64ADFA16C49}"/>
              </a:ext>
            </a:extLst>
          </p:cNvPr>
          <p:cNvSpPr>
            <a:spLocks xmlns:a="http://schemas.openxmlformats.org/drawingml/2006/main" noGrp="1"/>
          </p:cNvSpPr>
          <p:nvPr/>
        </p:nvSpPr>
        <p:spPr>
          <a:xfrm xmlns:a="http://schemas.openxmlformats.org/drawingml/2006/main">
            <a:off x="6667500" y="3943350"/>
            <a:ext cx="1619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69" name="">
            <a:extLst xmlns:a="http://schemas.openxmlformats.org/drawingml/2006/main">
              <a:ext uri="{FF2B5EF4-FFF2-40B4-BE49-F238E27FC236}">
                <a16:creationId xmlns:a16="http://schemas.microsoft.com/office/drawing/2014/main" id="{F2ADDC5D-C2CD-494B-972C-DA244E0914A7}"/>
              </a:ext>
            </a:extLst>
          </p:cNvPr>
          <p:cNvSpPr>
            <a:spLocks xmlns:a="http://schemas.openxmlformats.org/drawingml/2006/main" noGrp="1"/>
          </p:cNvSpPr>
          <p:nvPr/>
        </p:nvSpPr>
        <p:spPr>
          <a:xfrm xmlns:a="http://schemas.openxmlformats.org/drawingml/2006/main">
            <a:off x="6705600" y="4076700"/>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7,2666</a:t>
            </a:r>
          </a:p>
        </p:txBody>
      </p:sp>
      <p:sp>
        <p:nvSpPr>
          <p:cNvPr id="70" name="">
            <a:extLst xmlns:a="http://schemas.openxmlformats.org/drawingml/2006/main">
              <a:ext uri="{FF2B5EF4-FFF2-40B4-BE49-F238E27FC236}">
                <a16:creationId xmlns:a16="http://schemas.microsoft.com/office/drawing/2014/main" id="{B7CDE6F1-3DD9-4D1F-8C12-FAE0801DA52B}"/>
              </a:ext>
            </a:extLst>
          </p:cNvPr>
          <p:cNvSpPr>
            <a:spLocks xmlns:a="http://schemas.openxmlformats.org/drawingml/2006/main" noGrp="1"/>
          </p:cNvSpPr>
          <p:nvPr/>
        </p:nvSpPr>
        <p:spPr>
          <a:xfrm xmlns:a="http://schemas.openxmlformats.org/drawingml/2006/main">
            <a:off x="8324850" y="394335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71" name="">
            <a:extLst xmlns:a="http://schemas.openxmlformats.org/drawingml/2006/main">
              <a:ext uri="{FF2B5EF4-FFF2-40B4-BE49-F238E27FC236}">
                <a16:creationId xmlns:a16="http://schemas.microsoft.com/office/drawing/2014/main" id="{4123B231-2349-4E93-8CDB-0A39C4CD411B}"/>
              </a:ext>
            </a:extLst>
          </p:cNvPr>
          <p:cNvSpPr>
            <a:spLocks xmlns:a="http://schemas.openxmlformats.org/drawingml/2006/main" noGrp="1"/>
          </p:cNvSpPr>
          <p:nvPr/>
        </p:nvSpPr>
        <p:spPr>
          <a:xfrm xmlns:a="http://schemas.openxmlformats.org/drawingml/2006/main">
            <a:off x="8362950" y="407670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29,79</a:t>
            </a:r>
          </a:p>
        </p:txBody>
      </p:sp>
      <p:sp>
        <p:nvSpPr>
          <p:cNvPr id="72" name="">
            <a:extLst xmlns:a="http://schemas.openxmlformats.org/drawingml/2006/main">
              <a:ext uri="{FF2B5EF4-FFF2-40B4-BE49-F238E27FC236}">
                <a16:creationId xmlns:a16="http://schemas.microsoft.com/office/drawing/2014/main" id="{563B2255-CD3D-485E-B8C2-BBB8DF84D25A}"/>
              </a:ext>
            </a:extLst>
          </p:cNvPr>
          <p:cNvSpPr>
            <a:spLocks xmlns:a="http://schemas.openxmlformats.org/drawingml/2006/main" noGrp="1"/>
          </p:cNvSpPr>
          <p:nvPr/>
        </p:nvSpPr>
        <p:spPr>
          <a:xfrm xmlns:a="http://schemas.openxmlformats.org/drawingml/2006/main">
            <a:off x="10001250" y="3943350"/>
            <a:ext cx="1428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73" name="">
            <a:extLst xmlns:a="http://schemas.openxmlformats.org/drawingml/2006/main">
              <a:ext uri="{FF2B5EF4-FFF2-40B4-BE49-F238E27FC236}">
                <a16:creationId xmlns:a16="http://schemas.microsoft.com/office/drawing/2014/main" id="{BA8346D1-33B9-4956-BE03-078DA29B03B7}"/>
              </a:ext>
            </a:extLst>
          </p:cNvPr>
          <p:cNvSpPr>
            <a:spLocks xmlns:a="http://schemas.openxmlformats.org/drawingml/2006/main" noGrp="1"/>
          </p:cNvSpPr>
          <p:nvPr/>
        </p:nvSpPr>
        <p:spPr>
          <a:xfrm xmlns:a="http://schemas.openxmlformats.org/drawingml/2006/main">
            <a:off x="10039350" y="4076700"/>
            <a:ext cx="1352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135</a:t>
            </a:r>
          </a:p>
        </p:txBody>
      </p:sp>
      <p:sp>
        <p:nvSpPr>
          <p:cNvPr id="74" name="">
            <a:extLst xmlns:a="http://schemas.openxmlformats.org/drawingml/2006/main">
              <a:ext uri="{FF2B5EF4-FFF2-40B4-BE49-F238E27FC236}">
                <a16:creationId xmlns:a16="http://schemas.microsoft.com/office/drawing/2014/main" id="{C7E42781-DC79-4D84-8B4A-296D6DF2F71D}"/>
              </a:ext>
            </a:extLst>
          </p:cNvPr>
          <p:cNvSpPr>
            <a:spLocks xmlns:a="http://schemas.openxmlformats.org/drawingml/2006/main" noGrp="1"/>
          </p:cNvSpPr>
          <p:nvPr/>
        </p:nvSpPr>
        <p:spPr>
          <a:xfrm xmlns:a="http://schemas.openxmlformats.org/drawingml/2006/main">
            <a:off x="685800" y="4533900"/>
            <a:ext cx="12001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75" name="">
            <a:extLst xmlns:a="http://schemas.openxmlformats.org/drawingml/2006/main">
              <a:ext uri="{FF2B5EF4-FFF2-40B4-BE49-F238E27FC236}">
                <a16:creationId xmlns:a16="http://schemas.microsoft.com/office/drawing/2014/main" id="{6E070C74-D15A-4410-A092-0A98F21A14B0}"/>
              </a:ext>
            </a:extLst>
          </p:cNvPr>
          <p:cNvSpPr>
            <a:spLocks xmlns:a="http://schemas.openxmlformats.org/drawingml/2006/main" noGrp="1"/>
          </p:cNvSpPr>
          <p:nvPr/>
        </p:nvSpPr>
        <p:spPr>
          <a:xfrm xmlns:a="http://schemas.openxmlformats.org/drawingml/2006/main">
            <a:off x="723900" y="4667250"/>
            <a:ext cx="112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6</a:t>
            </a:r>
          </a:p>
        </p:txBody>
      </p:sp>
      <p:sp>
        <p:nvSpPr>
          <p:cNvPr id="76" name="">
            <a:extLst xmlns:a="http://schemas.openxmlformats.org/drawingml/2006/main">
              <a:ext uri="{FF2B5EF4-FFF2-40B4-BE49-F238E27FC236}">
                <a16:creationId xmlns:a16="http://schemas.microsoft.com/office/drawing/2014/main" id="{3B22F874-C854-4C8D-A9B0-C3590C32DC80}"/>
              </a:ext>
            </a:extLst>
          </p:cNvPr>
          <p:cNvSpPr>
            <a:spLocks xmlns:a="http://schemas.openxmlformats.org/drawingml/2006/main" noGrp="1"/>
          </p:cNvSpPr>
          <p:nvPr/>
        </p:nvSpPr>
        <p:spPr>
          <a:xfrm xmlns:a="http://schemas.openxmlformats.org/drawingml/2006/main">
            <a:off x="1924050" y="4533900"/>
            <a:ext cx="13144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77" name="">
            <a:extLst xmlns:a="http://schemas.openxmlformats.org/drawingml/2006/main">
              <a:ext uri="{FF2B5EF4-FFF2-40B4-BE49-F238E27FC236}">
                <a16:creationId xmlns:a16="http://schemas.microsoft.com/office/drawing/2014/main" id="{2713F4D2-67CF-4015-B039-4CEDAB01CA1B}"/>
              </a:ext>
            </a:extLst>
          </p:cNvPr>
          <p:cNvSpPr>
            <a:spLocks xmlns:a="http://schemas.openxmlformats.org/drawingml/2006/main" noGrp="1"/>
          </p:cNvSpPr>
          <p:nvPr/>
        </p:nvSpPr>
        <p:spPr>
          <a:xfrm xmlns:a="http://schemas.openxmlformats.org/drawingml/2006/main">
            <a:off x="1962150" y="46672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1/64</a:t>
            </a:r>
          </a:p>
        </p:txBody>
      </p:sp>
      <p:sp>
        <p:nvSpPr>
          <p:cNvPr id="78" name="">
            <a:extLst xmlns:a="http://schemas.openxmlformats.org/drawingml/2006/main">
              <a:ext uri="{FF2B5EF4-FFF2-40B4-BE49-F238E27FC236}">
                <a16:creationId xmlns:a16="http://schemas.microsoft.com/office/drawing/2014/main" id="{2EE887F8-8927-4DE7-9D60-65250566F02C}"/>
              </a:ext>
            </a:extLst>
          </p:cNvPr>
          <p:cNvSpPr>
            <a:spLocks xmlns:a="http://schemas.openxmlformats.org/drawingml/2006/main" noGrp="1"/>
          </p:cNvSpPr>
          <p:nvPr/>
        </p:nvSpPr>
        <p:spPr>
          <a:xfrm xmlns:a="http://schemas.openxmlformats.org/drawingml/2006/main">
            <a:off x="3276600" y="45339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79" name="">
            <a:extLst xmlns:a="http://schemas.openxmlformats.org/drawingml/2006/main">
              <a:ext uri="{FF2B5EF4-FFF2-40B4-BE49-F238E27FC236}">
                <a16:creationId xmlns:a16="http://schemas.microsoft.com/office/drawing/2014/main" id="{265980D5-52A0-479B-B863-E01B13EE1C73}"/>
              </a:ext>
            </a:extLst>
          </p:cNvPr>
          <p:cNvSpPr>
            <a:spLocks xmlns:a="http://schemas.openxmlformats.org/drawingml/2006/main" noGrp="1"/>
          </p:cNvSpPr>
          <p:nvPr/>
        </p:nvSpPr>
        <p:spPr>
          <a:xfrm xmlns:a="http://schemas.openxmlformats.org/drawingml/2006/main">
            <a:off x="3314700" y="46672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16,2801</a:t>
            </a:r>
          </a:p>
        </p:txBody>
      </p:sp>
      <p:sp>
        <p:nvSpPr>
          <p:cNvPr id="80" name="">
            <a:extLst xmlns:a="http://schemas.openxmlformats.org/drawingml/2006/main">
              <a:ext uri="{FF2B5EF4-FFF2-40B4-BE49-F238E27FC236}">
                <a16:creationId xmlns:a16="http://schemas.microsoft.com/office/drawing/2014/main" id="{4360823F-4F20-419A-A2B1-F8E9B10230F8}"/>
              </a:ext>
            </a:extLst>
          </p:cNvPr>
          <p:cNvSpPr>
            <a:spLocks xmlns:a="http://schemas.openxmlformats.org/drawingml/2006/main" noGrp="1"/>
          </p:cNvSpPr>
          <p:nvPr/>
        </p:nvSpPr>
        <p:spPr>
          <a:xfrm xmlns:a="http://schemas.openxmlformats.org/drawingml/2006/main">
            <a:off x="4953000" y="4533900"/>
            <a:ext cx="16764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81" name="">
            <a:extLst xmlns:a="http://schemas.openxmlformats.org/drawingml/2006/main">
              <a:ext uri="{FF2B5EF4-FFF2-40B4-BE49-F238E27FC236}">
                <a16:creationId xmlns:a16="http://schemas.microsoft.com/office/drawing/2014/main" id="{B552EFDD-2FFC-4BC6-9AC1-ED30A540065B}"/>
              </a:ext>
            </a:extLst>
          </p:cNvPr>
          <p:cNvSpPr>
            <a:spLocks xmlns:a="http://schemas.openxmlformats.org/drawingml/2006/main" noGrp="1"/>
          </p:cNvSpPr>
          <p:nvPr/>
        </p:nvSpPr>
        <p:spPr>
          <a:xfrm xmlns:a="http://schemas.openxmlformats.org/drawingml/2006/main">
            <a:off x="4991100" y="4667250"/>
            <a:ext cx="160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5,9492</a:t>
            </a:r>
          </a:p>
        </p:txBody>
      </p:sp>
      <p:sp>
        <p:nvSpPr>
          <p:cNvPr id="82" name="">
            <a:extLst xmlns:a="http://schemas.openxmlformats.org/drawingml/2006/main">
              <a:ext uri="{FF2B5EF4-FFF2-40B4-BE49-F238E27FC236}">
                <a16:creationId xmlns:a16="http://schemas.microsoft.com/office/drawing/2014/main" id="{DA709025-6A7D-4A43-948E-718343E31842}"/>
              </a:ext>
            </a:extLst>
          </p:cNvPr>
          <p:cNvSpPr>
            <a:spLocks xmlns:a="http://schemas.openxmlformats.org/drawingml/2006/main" noGrp="1"/>
          </p:cNvSpPr>
          <p:nvPr/>
        </p:nvSpPr>
        <p:spPr>
          <a:xfrm xmlns:a="http://schemas.openxmlformats.org/drawingml/2006/main">
            <a:off x="6667500" y="4533900"/>
            <a:ext cx="1619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83" name="">
            <a:extLst xmlns:a="http://schemas.openxmlformats.org/drawingml/2006/main">
              <a:ext uri="{FF2B5EF4-FFF2-40B4-BE49-F238E27FC236}">
                <a16:creationId xmlns:a16="http://schemas.microsoft.com/office/drawing/2014/main" id="{53CF8479-4FD3-45D7-94F0-0E7505A60004}"/>
              </a:ext>
            </a:extLst>
          </p:cNvPr>
          <p:cNvSpPr>
            <a:spLocks xmlns:a="http://schemas.openxmlformats.org/drawingml/2006/main" noGrp="1"/>
          </p:cNvSpPr>
          <p:nvPr/>
        </p:nvSpPr>
        <p:spPr>
          <a:xfrm xmlns:a="http://schemas.openxmlformats.org/drawingml/2006/main">
            <a:off x="6705600" y="4667250"/>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7,7728</a:t>
            </a:r>
          </a:p>
        </p:txBody>
      </p:sp>
      <p:sp>
        <p:nvSpPr>
          <p:cNvPr id="84" name="">
            <a:extLst xmlns:a="http://schemas.openxmlformats.org/drawingml/2006/main">
              <a:ext uri="{FF2B5EF4-FFF2-40B4-BE49-F238E27FC236}">
                <a16:creationId xmlns:a16="http://schemas.microsoft.com/office/drawing/2014/main" id="{D48F3F31-C0A4-4422-8DD2-AA2B8DB85DE7}"/>
              </a:ext>
            </a:extLst>
          </p:cNvPr>
          <p:cNvSpPr>
            <a:spLocks xmlns:a="http://schemas.openxmlformats.org/drawingml/2006/main" noGrp="1"/>
          </p:cNvSpPr>
          <p:nvPr/>
        </p:nvSpPr>
        <p:spPr>
          <a:xfrm xmlns:a="http://schemas.openxmlformats.org/drawingml/2006/main">
            <a:off x="8324850" y="4533900"/>
            <a:ext cx="16383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85" name="">
            <a:extLst xmlns:a="http://schemas.openxmlformats.org/drawingml/2006/main">
              <a:ext uri="{FF2B5EF4-FFF2-40B4-BE49-F238E27FC236}">
                <a16:creationId xmlns:a16="http://schemas.microsoft.com/office/drawing/2014/main" id="{DD17C73E-955F-4213-9BC2-0465EF8BB826}"/>
              </a:ext>
            </a:extLst>
          </p:cNvPr>
          <p:cNvSpPr>
            <a:spLocks xmlns:a="http://schemas.openxmlformats.org/drawingml/2006/main" noGrp="1"/>
          </p:cNvSpPr>
          <p:nvPr/>
        </p:nvSpPr>
        <p:spPr>
          <a:xfrm xmlns:a="http://schemas.openxmlformats.org/drawingml/2006/main">
            <a:off x="8362950" y="4667250"/>
            <a:ext cx="1562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20,75</a:t>
            </a:r>
          </a:p>
        </p:txBody>
      </p:sp>
      <p:sp>
        <p:nvSpPr>
          <p:cNvPr id="86" name="">
            <a:extLst xmlns:a="http://schemas.openxmlformats.org/drawingml/2006/main">
              <a:ext uri="{FF2B5EF4-FFF2-40B4-BE49-F238E27FC236}">
                <a16:creationId xmlns:a16="http://schemas.microsoft.com/office/drawing/2014/main" id="{16519F43-011E-484F-A053-6D1F9E286D15}"/>
              </a:ext>
            </a:extLst>
          </p:cNvPr>
          <p:cNvSpPr>
            <a:spLocks xmlns:a="http://schemas.openxmlformats.org/drawingml/2006/main" noGrp="1"/>
          </p:cNvSpPr>
          <p:nvPr/>
        </p:nvSpPr>
        <p:spPr>
          <a:xfrm xmlns:a="http://schemas.openxmlformats.org/drawingml/2006/main">
            <a:off x="10001250" y="4533900"/>
            <a:ext cx="1428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C8D5DC"/>
            </a:solidFill>
          </a:ln>
        </p:spPr>
      </p:sp>
      <p:sp>
        <p:nvSpPr>
          <p:cNvPr id="87" name="">
            <a:extLst xmlns:a="http://schemas.openxmlformats.org/drawingml/2006/main">
              <a:ext uri="{FF2B5EF4-FFF2-40B4-BE49-F238E27FC236}">
                <a16:creationId xmlns:a16="http://schemas.microsoft.com/office/drawing/2014/main" id="{4C4D1AE8-786F-4F8D-801F-22D0FE00E9D5}"/>
              </a:ext>
            </a:extLst>
          </p:cNvPr>
          <p:cNvSpPr>
            <a:spLocks xmlns:a="http://schemas.openxmlformats.org/drawingml/2006/main" noGrp="1"/>
          </p:cNvSpPr>
          <p:nvPr/>
        </p:nvSpPr>
        <p:spPr>
          <a:xfrm xmlns:a="http://schemas.openxmlformats.org/drawingml/2006/main">
            <a:off x="10039350" y="4667250"/>
            <a:ext cx="1352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0">
                <a:solidFill>
                  <a:srgbClr val="1D2A32"/>
                </a:solidFill>
                <a:latin typeface="Noto Sans"/>
                <a:ea typeface="Noto Sans"/>
                <a:cs typeface="Noto Sans"/>
              </a:defRPr>
            </a:pPr>
            <a:r>
              <a:rPr sz="1350" b="0">
                <a:solidFill>
                  <a:srgbClr val="1D2A32"/>
                </a:solidFill>
                <a:latin typeface="Noto Sans"/>
                <a:ea typeface="Noto Sans"/>
                <a:cs typeface="Noto Sans"/>
              </a:rPr>
              <a:t>211</a:t>
            </a:r>
          </a:p>
        </p:txBody>
      </p:sp>
      <p:sp>
        <p:nvSpPr>
          <p:cNvPr id="88" name="">
            <a:extLst xmlns:a="http://schemas.openxmlformats.org/drawingml/2006/main">
              <a:ext uri="{FF2B5EF4-FFF2-40B4-BE49-F238E27FC236}">
                <a16:creationId xmlns:a16="http://schemas.microsoft.com/office/drawing/2014/main" id="{88E25844-6503-49EE-90E3-9E6BC8391A47}"/>
              </a:ext>
            </a:extLst>
          </p:cNvPr>
          <p:cNvSpPr>
            <a:spLocks xmlns:a="http://schemas.openxmlformats.org/drawingml/2006/main" noGrp="1"/>
          </p:cNvSpPr>
          <p:nvPr/>
        </p:nvSpPr>
        <p:spPr>
          <a:xfrm xmlns:a="http://schemas.openxmlformats.org/drawingml/2006/main">
            <a:off x="1143000" y="54483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0">
                <a:solidFill>
                  <a:srgbClr val="647681"/>
                </a:solidFill>
                <a:latin typeface="Noto Sans"/>
                <a:ea typeface="Noto Sans"/>
                <a:cs typeface="Noto Sans"/>
              </a:defRPr>
            </a:pPr>
            <a:r>
              <a:rPr sz="1650" b="0">
                <a:solidFill>
                  <a:srgbClr val="647681"/>
                </a:solidFill>
                <a:latin typeface="Noto Sans"/>
                <a:ea typeface="Noto Sans"/>
                <a:cs typeface="Noto Sans"/>
              </a:rPr>
              <a:t>390 validation target hours, 4 fold, metric chỉ tính tại qc_ok=1</a:t>
            </a:r>
          </a:p>
        </p:txBody>
      </p:sp>
      <p:sp>
        <p:nvSpPr>
          <p:cNvPr id="89" name="">
            <a:extLst xmlns:a="http://schemas.openxmlformats.org/drawingml/2006/main">
              <a:ext uri="{FF2B5EF4-FFF2-40B4-BE49-F238E27FC236}">
                <a16:creationId xmlns:a16="http://schemas.microsoft.com/office/drawing/2014/main" id="{4C61AC4E-6581-422D-90B9-556B4742A128}"/>
              </a:ext>
            </a:extLst>
          </p:cNvPr>
          <p:cNvSpPr>
            <a:spLocks xmlns:a="http://schemas.openxmlformats.org/drawingml/2006/main" noGrp="1"/>
          </p:cNvSpPr>
          <p:nvPr/>
        </p:nvSpPr>
        <p:spPr>
          <a:xfrm xmlns:a="http://schemas.openxmlformats.org/drawingml/2006/main">
            <a:off x="2133600" y="5924550"/>
            <a:ext cx="7924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lgn="ctr">
              <a:defRPr sz="1725" b="1">
                <a:solidFill>
                  <a:srgbClr val="C47700"/>
                </a:solidFill>
                <a:latin typeface="Noto Sans"/>
                <a:ea typeface="Noto Sans"/>
                <a:cs typeface="Noto Sans"/>
              </a:defRPr>
            </a:pPr>
            <a:r>
              <a:rPr sz="1725" b="1">
                <a:solidFill>
                  <a:srgbClr val="C47700"/>
                </a:solidFill>
                <a:latin typeface="Noto Sans"/>
                <a:ea typeface="Noto Sans"/>
                <a:cs typeface="Noto Sans"/>
              </a:rPr>
              <a:t>Active shift 3 giữ nguyên. Shift 2 chỉ là candidate.</a:t>
            </a:r>
          </a:p>
        </p:txBody>
      </p:sp>
      <p:sp>
        <p:nvSpPr>
          <p:cNvPr id="90" name="">
            <a:extLst xmlns:a="http://schemas.openxmlformats.org/drawingml/2006/main">
              <a:ext uri="{FF2B5EF4-FFF2-40B4-BE49-F238E27FC236}">
                <a16:creationId xmlns:a16="http://schemas.microsoft.com/office/drawing/2014/main" id="{0A472179-F79B-4CAC-AC0F-E25F7B2D8D29}"/>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91" name="">
            <a:extLst xmlns:a="http://schemas.openxmlformats.org/drawingml/2006/main">
              <a:ext uri="{FF2B5EF4-FFF2-40B4-BE49-F238E27FC236}">
                <a16:creationId xmlns:a16="http://schemas.microsoft.com/office/drawing/2014/main" id="{A4EBC5E9-2B18-4AB3-AA59-9D7F214E147E}"/>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PHỤ LỤC Q&amp;A</a:t>
            </a:r>
          </a:p>
        </p:txBody>
      </p:sp>
      <p:sp>
        <p:nvSpPr>
          <p:cNvPr id="92" name="">
            <a:extLst xmlns:a="http://schemas.openxmlformats.org/drawingml/2006/main">
              <a:ext uri="{FF2B5EF4-FFF2-40B4-BE49-F238E27FC236}">
                <a16:creationId xmlns:a16="http://schemas.microsoft.com/office/drawing/2014/main" id="{43FEC96A-E023-4E35-B585-2AAE2BF28BED}"/>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11</a:t>
            </a:r>
          </a:p>
        </p:txBody>
      </p:sp>
    </p:spTree>
    <p:extLst>
      <p:ext uri="{BB962C8B-B14F-4D97-AF65-F5344CB8AC3E}">
        <p14:creationId xmlns:p14="http://schemas.microsoft.com/office/powerpoint/2010/main" val="2493820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ADA9430-1B43-4B12-A11F-4155CD9DE5DC}"/>
              </a:ext>
            </a:extLst>
          </p:cNvPr>
          <p:cNvSpPr>
            <a:spLocks xmlns:a="http://schemas.openxmlformats.org/drawingml/2006/main" noGrp="1"/>
          </p:cNvSpPr>
          <p:nvPr/>
        </p:nvSpPr>
        <p:spPr>
          <a:xfrm xmlns:a="http://schemas.openxmlformats.org/drawingml/2006/main">
            <a:off x="6477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05A9C"/>
                </a:solidFill>
                <a:latin typeface="Noto Sans"/>
                <a:ea typeface="Noto Sans"/>
                <a:cs typeface="Noto Sans"/>
              </a:defRPr>
            </a:pPr>
            <a:r>
              <a:rPr sz="975" b="1">
                <a:solidFill>
                  <a:srgbClr val="005A9C"/>
                </a:solidFill>
                <a:latin typeface="Noto Sans"/>
                <a:ea typeface="Noto Sans"/>
                <a:cs typeface="Noto Sans"/>
              </a:rPr>
              <a:t>PHỤ LỤC Q&amp;A</a:t>
            </a:r>
          </a:p>
        </p:txBody>
      </p:sp>
      <p:sp>
        <p:nvSpPr>
          <p:cNvPr id="2" name="">
            <a:extLst xmlns:a="http://schemas.openxmlformats.org/drawingml/2006/main">
              <a:ext uri="{FF2B5EF4-FFF2-40B4-BE49-F238E27FC236}">
                <a16:creationId xmlns:a16="http://schemas.microsoft.com/office/drawing/2014/main" id="{037C930B-5485-488D-87FB-9FA33352AEBE}"/>
              </a:ext>
            </a:extLst>
          </p:cNvPr>
          <p:cNvSpPr>
            <a:spLocks xmlns:a="http://schemas.openxmlformats.org/drawingml/2006/main" noGrp="1"/>
          </p:cNvSpPr>
          <p:nvPr/>
        </p:nvSpPr>
        <p:spPr>
          <a:xfrm xmlns:a="http://schemas.openxmlformats.org/drawingml/2006/main">
            <a:off x="647700" y="5905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2344D"/>
                </a:solidFill>
                <a:latin typeface="Noto Sans"/>
                <a:ea typeface="Noto Sans"/>
                <a:cs typeface="Noto Sans"/>
              </a:defRPr>
            </a:pPr>
            <a:r>
              <a:rPr sz="2550" b="1">
                <a:solidFill>
                  <a:srgbClr val="12344D"/>
                </a:solidFill>
                <a:latin typeface="Noto Sans"/>
                <a:ea typeface="Noto Sans"/>
                <a:cs typeface="Noto Sans"/>
              </a:rPr>
              <a:t>Phạm vi bằng chứng và giới hạn</a:t>
            </a:r>
          </a:p>
        </p:txBody>
      </p:sp>
      <p:sp>
        <p:nvSpPr>
          <p:cNvPr id="3" name="">
            <a:extLst xmlns:a="http://schemas.openxmlformats.org/drawingml/2006/main">
              <a:ext uri="{FF2B5EF4-FFF2-40B4-BE49-F238E27FC236}">
                <a16:creationId xmlns:a16="http://schemas.microsoft.com/office/drawing/2014/main" id="{07CD1351-0106-483D-9DEC-12468406FD8C}"/>
              </a:ext>
            </a:extLst>
          </p:cNvPr>
          <p:cNvSpPr>
            <a:spLocks xmlns:a="http://schemas.openxmlformats.org/drawingml/2006/main" noGrp="1"/>
          </p:cNvSpPr>
          <p:nvPr/>
        </p:nvSpPr>
        <p:spPr>
          <a:xfrm xmlns:a="http://schemas.openxmlformats.org/drawingml/2006/main">
            <a:off x="647700" y="1257300"/>
            <a:ext cx="723900" cy="0"/>
          </a:xfrm>
          <a:prstGeom xmlns:a="http://schemas.openxmlformats.org/drawingml/2006/main" prst="line">
            <a:avLst/>
          </a:prstGeom>
          <a:noFill xmlns:a="http://schemas.openxmlformats.org/drawingml/2006/main"/>
          <a:ln xmlns:a="http://schemas.openxmlformats.org/drawingml/2006/main" w="47625">
            <a:solidFill>
              <a:srgbClr val="008ECC"/>
            </a:solidFill>
          </a:ln>
        </p:spPr>
      </p:sp>
      <p:sp>
        <p:nvSpPr>
          <p:cNvPr id="4" name="">
            <a:extLst xmlns:a="http://schemas.openxmlformats.org/drawingml/2006/main">
              <a:ext uri="{FF2B5EF4-FFF2-40B4-BE49-F238E27FC236}">
                <a16:creationId xmlns:a16="http://schemas.microsoft.com/office/drawing/2014/main" id="{D9798075-922B-4563-8932-B39FFF8317A7}"/>
              </a:ext>
            </a:extLst>
          </p:cNvPr>
          <p:cNvSpPr>
            <a:spLocks xmlns:a="http://schemas.openxmlformats.org/drawingml/2006/main" noGrp="1"/>
          </p:cNvSpPr>
          <p:nvPr/>
        </p:nvSpPr>
        <p:spPr>
          <a:xfrm xmlns:a="http://schemas.openxmlformats.org/drawingml/2006/main">
            <a:off x="876300" y="16764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168C7E"/>
                </a:solidFill>
                <a:latin typeface="Noto Sans"/>
                <a:ea typeface="Noto Sans"/>
                <a:cs typeface="Noto Sans"/>
              </a:defRPr>
            </a:pPr>
            <a:r>
              <a:rPr sz="2100" b="1">
                <a:solidFill>
                  <a:srgbClr val="168C7E"/>
                </a:solidFill>
                <a:latin typeface="Noto Sans"/>
                <a:ea typeface="Noto Sans"/>
                <a:cs typeface="Noto Sans"/>
              </a:rPr>
              <a:t>Đã xác nhận</a:t>
            </a:r>
          </a:p>
        </p:txBody>
      </p:sp>
      <p:sp>
        <p:nvSpPr>
          <p:cNvPr id="5" name="">
            <a:extLst xmlns:a="http://schemas.openxmlformats.org/drawingml/2006/main">
              <a:ext uri="{FF2B5EF4-FFF2-40B4-BE49-F238E27FC236}">
                <a16:creationId xmlns:a16="http://schemas.microsoft.com/office/drawing/2014/main" id="{E4DC925D-D1AB-458D-9CC6-62391323365C}"/>
              </a:ext>
            </a:extLst>
          </p:cNvPr>
          <p:cNvSpPr>
            <a:spLocks xmlns:a="http://schemas.openxmlformats.org/drawingml/2006/main" noGrp="1"/>
          </p:cNvSpPr>
          <p:nvPr/>
        </p:nvSpPr>
        <p:spPr>
          <a:xfrm xmlns:a="http://schemas.openxmlformats.org/drawingml/2006/main">
            <a:off x="876300" y="2247900"/>
            <a:ext cx="4591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Golden model và RTL bit-exact</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Post-route timing tại 27 MHz</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Bitstream và nạp SRAM trong run đã lưu</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140 phản hồi UART trên Tang Nano 9K</a:t>
            </a:r>
          </a:p>
        </p:txBody>
      </p:sp>
      <p:sp>
        <p:nvSpPr>
          <p:cNvPr id="6" name="">
            <a:extLst xmlns:a="http://schemas.openxmlformats.org/drawingml/2006/main">
              <a:ext uri="{FF2B5EF4-FFF2-40B4-BE49-F238E27FC236}">
                <a16:creationId xmlns:a16="http://schemas.microsoft.com/office/drawing/2014/main" id="{72DA5E85-5BD8-40E1-BADF-726038660250}"/>
              </a:ext>
            </a:extLst>
          </p:cNvPr>
          <p:cNvSpPr>
            <a:spLocks xmlns:a="http://schemas.openxmlformats.org/drawingml/2006/main" noGrp="1"/>
          </p:cNvSpPr>
          <p:nvPr/>
        </p:nvSpPr>
        <p:spPr>
          <a:xfrm xmlns:a="http://schemas.openxmlformats.org/drawingml/2006/main">
            <a:off x="6057900" y="1619250"/>
            <a:ext cx="0" cy="3238500"/>
          </a:xfrm>
          <a:prstGeom xmlns:a="http://schemas.openxmlformats.org/drawingml/2006/main" prst="line">
            <a:avLst/>
          </a:prstGeom>
          <a:noFill xmlns:a="http://schemas.openxmlformats.org/drawingml/2006/main"/>
          <a:ln xmlns:a="http://schemas.openxmlformats.org/drawingml/2006/main" w="19050">
            <a:solidFill>
              <a:srgbClr val="C8D5DC"/>
            </a:solidFill>
          </a:ln>
        </p:spPr>
      </p:sp>
      <p:sp>
        <p:nvSpPr>
          <p:cNvPr id="7" name="">
            <a:extLst xmlns:a="http://schemas.openxmlformats.org/drawingml/2006/main">
              <a:ext uri="{FF2B5EF4-FFF2-40B4-BE49-F238E27FC236}">
                <a16:creationId xmlns:a16="http://schemas.microsoft.com/office/drawing/2014/main" id="{CEB8A6DD-0998-47FC-82AD-D3098D53CF3E}"/>
              </a:ext>
            </a:extLst>
          </p:cNvPr>
          <p:cNvSpPr>
            <a:spLocks xmlns:a="http://schemas.openxmlformats.org/drawingml/2006/main" noGrp="1"/>
          </p:cNvSpPr>
          <p:nvPr/>
        </p:nvSpPr>
        <p:spPr>
          <a:xfrm xmlns:a="http://schemas.openxmlformats.org/drawingml/2006/main">
            <a:off x="6686550" y="1676400"/>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C47700"/>
                </a:solidFill>
                <a:latin typeface="Noto Sans"/>
                <a:ea typeface="Noto Sans"/>
                <a:cs typeface="Noto Sans"/>
              </a:defRPr>
            </a:pPr>
            <a:r>
              <a:rPr sz="2100" b="1">
                <a:solidFill>
                  <a:srgbClr val="C47700"/>
                </a:solidFill>
                <a:latin typeface="Noto Sans"/>
                <a:ea typeface="Noto Sans"/>
                <a:cs typeface="Noto Sans"/>
              </a:rPr>
              <a:t>Chưa khẳng định</a:t>
            </a:r>
          </a:p>
        </p:txBody>
      </p:sp>
      <p:sp>
        <p:nvSpPr>
          <p:cNvPr id="8" name="">
            <a:extLst xmlns:a="http://schemas.openxmlformats.org/drawingml/2006/main">
              <a:ext uri="{FF2B5EF4-FFF2-40B4-BE49-F238E27FC236}">
                <a16:creationId xmlns:a16="http://schemas.microsoft.com/office/drawing/2014/main" id="{A0CF8511-0A22-4407-AD37-C59BAE232249}"/>
              </a:ext>
            </a:extLst>
          </p:cNvPr>
          <p:cNvSpPr>
            <a:spLocks xmlns:a="http://schemas.openxmlformats.org/drawingml/2006/main" noGrp="1"/>
          </p:cNvSpPr>
          <p:nvPr/>
        </p:nvSpPr>
        <p:spPr>
          <a:xfrm xmlns:a="http://schemas.openxmlformats.org/drawingml/2006/main">
            <a:off x="6686550" y="2247900"/>
            <a:ext cx="4591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Formal hoặc exhaustive coverage</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Độ chính xác môi trường trên mọi mùa</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Programmer transcript độc lập</a:t>
            </a:r>
          </a:p>
          <a:p xmlns:a="http://schemas.openxmlformats.org/drawingml/2006/main">
            <a:pPr>
              <a:defRPr sz="1650" b="0">
                <a:solidFill>
                  <a:srgbClr val="1D2A32"/>
                </a:solidFill>
                <a:latin typeface="Noto Sans"/>
                <a:ea typeface="Noto Sans"/>
                <a:cs typeface="Noto Sans"/>
              </a:defRPr>
            </a:pPr>
            <a:r>
              <a:rPr sz="1650" b="0">
                <a:solidFill>
                  <a:srgbClr val="1D2A32"/>
                </a:solidFill>
                <a:latin typeface="Noto Sans"/>
                <a:ea typeface="Noto Sans"/>
                <a:cs typeface="Noto Sans"/>
              </a:rPr>
              <a:t>• Bitstream checksum và PCB revision</a:t>
            </a:r>
          </a:p>
        </p:txBody>
      </p:sp>
      <p:sp>
        <p:nvSpPr>
          <p:cNvPr id="9" name="">
            <a:extLst xmlns:a="http://schemas.openxmlformats.org/drawingml/2006/main">
              <a:ext uri="{FF2B5EF4-FFF2-40B4-BE49-F238E27FC236}">
                <a16:creationId xmlns:a16="http://schemas.microsoft.com/office/drawing/2014/main" id="{52D03F1A-7C89-441D-82A3-03756D72DCB5}"/>
              </a:ext>
            </a:extLst>
          </p:cNvPr>
          <p:cNvSpPr>
            <a:spLocks xmlns:a="http://schemas.openxmlformats.org/drawingml/2006/main" noGrp="1"/>
          </p:cNvSpPr>
          <p:nvPr/>
        </p:nvSpPr>
        <p:spPr>
          <a:xfrm xmlns:a="http://schemas.openxmlformats.org/drawingml/2006/main">
            <a:off x="1333500" y="5086350"/>
            <a:ext cx="9525000" cy="781050"/>
          </a:xfrm>
          <a:prstGeom xmlns:a="http://schemas.openxmlformats.org/drawingml/2006/main" prst="roundRect">
            <a:avLst>
              <a:gd name="adj" fmla="val 21951"/>
            </a:avLst>
          </a:prstGeom>
          <a:solidFill xmlns:a="http://schemas.openxmlformats.org/drawingml/2006/main">
            <a:srgbClr val="EAF3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F7BBB8-C6C4-4CB0-BDB0-3143609CD64F}"/>
              </a:ext>
            </a:extLst>
          </p:cNvPr>
          <p:cNvSpPr>
            <a:spLocks xmlns:a="http://schemas.openxmlformats.org/drawingml/2006/main" noGrp="1"/>
          </p:cNvSpPr>
          <p:nvPr/>
        </p:nvSpPr>
        <p:spPr>
          <a:xfrm xmlns:a="http://schemas.openxmlformats.org/drawingml/2006/main">
            <a:off x="1619250" y="5276850"/>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35"/>
          </a:bodyPr>
          <a:lstStyle xmlns:a="http://schemas.openxmlformats.org/drawingml/2006/main"/>
          <a:p xmlns:a="http://schemas.openxmlformats.org/drawingml/2006/main">
            <a:pPr algn="ctr">
              <a:defRPr sz="1800" b="1">
                <a:solidFill>
                  <a:srgbClr val="12344D"/>
                </a:solidFill>
                <a:latin typeface="Noto Sans"/>
                <a:ea typeface="Noto Sans"/>
                <a:cs typeface="Noto Sans"/>
              </a:defRPr>
            </a:pPr>
            <a:r>
              <a:rPr sz="1800" b="1">
                <a:solidFill>
                  <a:srgbClr val="12344D"/>
                </a:solidFill>
                <a:latin typeface="Noto Sans"/>
                <a:ea typeface="Noto Sans"/>
                <a:cs typeface="Noto Sans"/>
              </a:rPr>
              <a:t>Mọi headline metric đều có nguồn JSON, Markdown hoặc CSV trong repository</a:t>
            </a:r>
          </a:p>
        </p:txBody>
      </p:sp>
      <p:sp>
        <p:nvSpPr>
          <p:cNvPr id="11" name="">
            <a:extLst xmlns:a="http://schemas.openxmlformats.org/drawingml/2006/main">
              <a:ext uri="{FF2B5EF4-FFF2-40B4-BE49-F238E27FC236}">
                <a16:creationId xmlns:a16="http://schemas.microsoft.com/office/drawing/2014/main" id="{3BAA820C-7001-4009-98BC-C97B8FE083CC}"/>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C8D5DC"/>
            </a:solidFill>
          </a:ln>
        </p:spPr>
      </p:sp>
      <p:sp>
        <p:nvSpPr>
          <p:cNvPr id="12" name="">
            <a:extLst xmlns:a="http://schemas.openxmlformats.org/drawingml/2006/main">
              <a:ext uri="{FF2B5EF4-FFF2-40B4-BE49-F238E27FC236}">
                <a16:creationId xmlns:a16="http://schemas.microsoft.com/office/drawing/2014/main" id="{632CAF4A-DDBD-4FAD-8D29-824EA2178B32}"/>
              </a:ext>
            </a:extLst>
          </p:cNvPr>
          <p:cNvSpPr>
            <a:spLocks xmlns:a="http://schemas.openxmlformats.org/drawingml/2006/main" noGrp="1"/>
          </p:cNvSpPr>
          <p:nvPr/>
        </p:nvSpPr>
        <p:spPr>
          <a:xfrm xmlns:a="http://schemas.openxmlformats.org/drawingml/2006/main">
            <a:off x="647700" y="64960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b="1">
                <a:solidFill>
                  <a:srgbClr val="647681"/>
                </a:solidFill>
                <a:latin typeface="Noto Sans"/>
                <a:ea typeface="Noto Sans"/>
                <a:cs typeface="Noto Sans"/>
              </a:defRPr>
            </a:pPr>
            <a:r>
              <a:rPr sz="900" b="1">
                <a:solidFill>
                  <a:srgbClr val="647681"/>
                </a:solidFill>
                <a:latin typeface="Noto Sans"/>
                <a:ea typeface="Noto Sans"/>
                <a:cs typeface="Noto Sans"/>
              </a:rPr>
              <a:t>PHỤ LỤC Q&amp;A</a:t>
            </a:r>
          </a:p>
        </p:txBody>
      </p:sp>
      <p:sp>
        <p:nvSpPr>
          <p:cNvPr id="13" name="">
            <a:extLst xmlns:a="http://schemas.openxmlformats.org/drawingml/2006/main">
              <a:ext uri="{FF2B5EF4-FFF2-40B4-BE49-F238E27FC236}">
                <a16:creationId xmlns:a16="http://schemas.microsoft.com/office/drawing/2014/main" id="{D36C5E16-D6B0-4ABE-BBEA-DE3328532181}"/>
              </a:ext>
            </a:extLst>
          </p:cNvPr>
          <p:cNvSpPr>
            <a:spLocks xmlns:a="http://schemas.openxmlformats.org/drawingml/2006/main" noGrp="1"/>
          </p:cNvSpPr>
          <p:nvPr/>
        </p:nvSpPr>
        <p:spPr>
          <a:xfrm xmlns:a="http://schemas.openxmlformats.org/drawingml/2006/main">
            <a:off x="11125200" y="64770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647681"/>
                </a:solidFill>
                <a:latin typeface="Noto Sans"/>
                <a:ea typeface="Noto Sans"/>
                <a:cs typeface="Noto Sans"/>
              </a:defRPr>
            </a:pPr>
            <a:r>
              <a:rPr sz="975" b="1">
                <a:solidFill>
                  <a:srgbClr val="647681"/>
                </a:solidFill>
                <a:latin typeface="Noto Sans"/>
                <a:ea typeface="Noto Sans"/>
                <a:cs typeface="Noto Sans"/>
              </a:rPr>
              <a:t>12</a:t>
            </a:r>
          </a:p>
        </p:txBody>
      </p:sp>
    </p:spTree>
    <p:extLst>
      <p:ext uri="{BB962C8B-B14F-4D97-AF65-F5344CB8AC3E}">
        <p14:creationId xmlns:p14="http://schemas.microsoft.com/office/powerpoint/2010/main" val="15278762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2026-09-06T13:13:39.5160000Z</dcterms:created>
  <dcterms:modified xsi:type="dcterms:W3CDTF">2026-09-06T13:13:39.5160000Z</dcterms:modified>
</coreProperties>
</file>
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d56527309284798" /><Relationship Type="http://schemas.openxmlformats.org/officeDocument/2006/relationships/extended-properties" Target="/docProps/app.xml" Id="R59453efea1f444a9" /><Relationship Type="http://schemas.openxmlformats.org/officeDocument/2006/relationships/officeDocument" Target="/ppt/presentation.xml" Id="R415913ef820b47fb" /></Relationships>
</file>

<file path=ppt/presentation.xml><?xml version="1.0" encoding="utf-8"?>
<p:presentation xmlns:p="http://schemas.openxmlformats.org/presentationml/2006/main">
  <p:sldMasterIdLst>
    <p:sldMasterId xmlns:r="http://schemas.openxmlformats.org/officeDocument/2006/relationships" id="2147483648" r:id="R66f96a5d91bb48f5"/>
  </p:sldMasterIdLst>
  <p:notesMasterIdLst>
    <p:notesMasterId xmlns:r="http://schemas.openxmlformats.org/officeDocument/2006/relationships" r:id="Rc0b82b20107245ee"/>
  </p:notesMasterIdLst>
  <p:sldIdLst>
    <p:sldId xmlns:r="http://schemas.openxmlformats.org/officeDocument/2006/relationships" id="256" r:id="Rab478a79a7534aa9"/>
    <p:sldId xmlns:r="http://schemas.openxmlformats.org/officeDocument/2006/relationships" id="257" r:id="R9f883f5f95ae4bf7"/>
    <p:sldId xmlns:r="http://schemas.openxmlformats.org/officeDocument/2006/relationships" id="258" r:id="R057549e23f3d429e"/>
    <p:sldId xmlns:r="http://schemas.openxmlformats.org/officeDocument/2006/relationships" id="259" r:id="R7ead4a858b744c0a"/>
    <p:sldId xmlns:r="http://schemas.openxmlformats.org/officeDocument/2006/relationships" id="260" r:id="R61c2bb45d20a451a"/>
    <p:sldId xmlns:r="http://schemas.openxmlformats.org/officeDocument/2006/relationships" id="261" r:id="R7f245e6f05e0495c"/>
    <p:sldId xmlns:r="http://schemas.openxmlformats.org/officeDocument/2006/relationships" id="262" r:id="R11c7938be73c4f48"/>
    <p:sldId xmlns:r="http://schemas.openxmlformats.org/officeDocument/2006/relationships" id="263" r:id="Rf384c3a3271846d5"/>
    <p:sldId xmlns:r="http://schemas.openxmlformats.org/officeDocument/2006/relationships" id="264" r:id="R77557ce4760b420d"/>
    <p:sldId xmlns:r="http://schemas.openxmlformats.org/officeDocument/2006/relationships" id="265" r:id="Rf015c56cd90b4c02"/>
    <p:sldId xmlns:r="http://schemas.openxmlformats.org/officeDocument/2006/relationships" id="266" r:id="Rc8d20a52370d4e4f"/>
    <p:sldId xmlns:r="http://schemas.openxmlformats.org/officeDocument/2006/relationships" id="267" r:id="R6e050359e0154d3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05c168b0824685" /><Relationship Type="http://schemas.openxmlformats.org/officeDocument/2006/relationships/slideMaster" Target="/ppt/slideMasters/slideMaster1.xml" Id="R66f96a5d91bb48f5" /><Relationship Type="http://schemas.openxmlformats.org/officeDocument/2006/relationships/notesMaster" Target="/ppt/notesMasters/notesMaster1.xml" Id="Rc0b82b20107245ee" /><Relationship Type="http://schemas.openxmlformats.org/officeDocument/2006/relationships/presProps" Target="/ppt/presProps.xml" Id="R6457002551ec48ae" /><Relationship Type="http://schemas.openxmlformats.org/officeDocument/2006/relationships/tableStyles" Target="/ppt/tableStyles.xml" Id="R0b5f78788cec45fe" /><Relationship Type="http://schemas.openxmlformats.org/officeDocument/2006/relationships/slide" Target="/ppt/slides/slide1.xml" Id="Rab478a79a7534aa9" /><Relationship Type="http://schemas.openxmlformats.org/officeDocument/2006/relationships/slide" Target="/ppt/slides/slide2.xml" Id="R9f883f5f95ae4bf7" /><Relationship Type="http://schemas.openxmlformats.org/officeDocument/2006/relationships/slide" Target="/ppt/slides/slide3.xml" Id="R057549e23f3d429e" /><Relationship Type="http://schemas.openxmlformats.org/officeDocument/2006/relationships/slide" Target="/ppt/slides/slide4.xml" Id="R7ead4a858b744c0a" /><Relationship Type="http://schemas.openxmlformats.org/officeDocument/2006/relationships/slide" Target="/ppt/slides/slide5.xml" Id="R61c2bb45d20a451a" /><Relationship Type="http://schemas.openxmlformats.org/officeDocument/2006/relationships/slide" Target="/ppt/slides/slide6.xml" Id="R7f245e6f05e0495c" /><Relationship Type="http://schemas.openxmlformats.org/officeDocument/2006/relationships/slide" Target="/ppt/slides/slide7.xml" Id="R11c7938be73c4f48" /><Relationship Type="http://schemas.openxmlformats.org/officeDocument/2006/relationships/slide" Target="/ppt/slides/slide8.xml" Id="Rf384c3a3271846d5" /><Relationship Type="http://schemas.openxmlformats.org/officeDocument/2006/relationships/slide" Target="/ppt/slides/slide9.xml" Id="R77557ce4760b420d" /><Relationship Type="http://schemas.openxmlformats.org/officeDocument/2006/relationships/slide" Target="/ppt/slides/slide10.xml" Id="Rf015c56cd90b4c02" /><Relationship Type="http://schemas.openxmlformats.org/officeDocument/2006/relationships/slide" Target="/ppt/slides/slide11.xml" Id="Rc8d20a52370d4e4f" /><Relationship Type="http://schemas.openxmlformats.org/officeDocument/2006/relationships/slide" Target="/ppt/slides/slide12.xml" Id="R6e050359e0154d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f3aa9fed5e64b6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6f6b7d503c4d55" /><Relationship Type="http://schemas.openxmlformats.org/officeDocument/2006/relationships/notesMaster" Target="/ppt/notesMasters/notesMaster1.xml" Id="R793e8be8fd5242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1fa41e5c3448fe" /><Relationship Type="http://schemas.openxmlformats.org/officeDocument/2006/relationships/notesMaster" Target="/ppt/notesMasters/notesMaster1.xml" Id="R6314a5ab233040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3924c3e3dda4490" /><Relationship Type="http://schemas.openxmlformats.org/officeDocument/2006/relationships/notesMaster" Target="/ppt/notesMasters/notesMaster1.xml" Id="Rd6bd99685dfe40f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878126468eb49bf" /><Relationship Type="http://schemas.openxmlformats.org/officeDocument/2006/relationships/notesMaster" Target="/ppt/notesMasters/notesMaster1.xml" Id="Re1da2527149147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8de5d777e5b044b0" /><Relationship Type="http://schemas.openxmlformats.org/officeDocument/2006/relationships/notesMaster" Target="/ppt/notesMasters/notesMaster1.xml" Id="R3d01256f13b844b0" /></Relationships>
</file>

<file path=ppt/notesSlides/_rels/notesSlide6.xml.rels>&#65279;<?xml version="1.0" encoding="utf-8"?><Relationships xmlns="http://schemas.openxmlformats.org/package/2006/relationships"><Relationship Type="http://schemas.openxmlformats.org/officeDocument/2006/relationships/slide" Target="/ppt/slides/slide6.xml" Id="Rec1eea02ad3e44a7" /><Relationship Type="http://schemas.openxmlformats.org/officeDocument/2006/relationships/notesMaster" Target="/ppt/notesMasters/notesMaster1.xml" Id="R2c62b1b86eb84f02" /></Relationships>
</file>

<file path=ppt/notesSlides/_rels/notesSlide7.xml.rels>&#65279;<?xml version="1.0" encoding="utf-8"?><Relationships xmlns="http://schemas.openxmlformats.org/package/2006/relationships"><Relationship Type="http://schemas.openxmlformats.org/officeDocument/2006/relationships/slide" Target="/ppt/slides/slide7.xml" Id="Rada59e98b55e4e08" /><Relationship Type="http://schemas.openxmlformats.org/officeDocument/2006/relationships/notesMaster" Target="/ppt/notesMasters/notesMaster1.xml" Id="R50ff052091424041" /></Relationships>
</file>

<file path=ppt/notesSlides/_rels/notesSlide8.xml.rels>&#65279;<?xml version="1.0" encoding="utf-8"?><Relationships xmlns="http://schemas.openxmlformats.org/package/2006/relationships"><Relationship Type="http://schemas.openxmlformats.org/officeDocument/2006/relationships/slide" Target="/ppt/slides/slide8.xml" Id="R5452a72a32354c3e" /><Relationship Type="http://schemas.openxmlformats.org/officeDocument/2006/relationships/notesMaster" Target="/ppt/notesMasters/notesMaster1.xml" Id="Rf4ce04872cdc44ba" /></Relationships>
</file>

<file path=ppt/notesSlides/_rels/notesSlide9.xml.rels>&#65279;<?xml version="1.0" encoding="utf-8"?><Relationships xmlns="http://schemas.openxmlformats.org/package/2006/relationships"><Relationship Type="http://schemas.openxmlformats.org/officeDocument/2006/relationships/slide" Target="/ppt/slides/slide9.xml" Id="R1e9c3cf4c0474eb0" /><Relationship Type="http://schemas.openxmlformats.org/officeDocument/2006/relationships/notesMaster" Target="/ppt/notesMasters/notesMaster1.xml" Id="R70f43a309edd410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03d2631a11d4b8d" /><Relationship Type="http://schemas.openxmlformats.org/officeDocument/2006/relationships/notesMaster" Target="/ppt/notesMasters/notesMaster1.xml" Id="Rf0cca2b2ce1c4b9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6906836df584c9a" /><Relationship Type="http://schemas.openxmlformats.org/officeDocument/2006/relationships/notesMaster" Target="/ppt/notesMasters/notesMaster1.xml" Id="R86fb402e8406419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61fb5e707d54b7f" /><Relationship Type="http://schemas.openxmlformats.org/officeDocument/2006/relationships/notesMaster" Target="/ppt/notesMasters/notesMaster1.xml" Id="Rf243c872fc9d43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Kính thưa Hội đồng, nhóm trình bày IP xử lý và cảnh báo bụi mịn PM2.5 trên FPGA. Sản phẩm trung tâm là lõi RTL dùng số học x16, đã triển khai trên Tang Nano 9K và kiểm chứng qua UART. CAMS cung cấp tín hiệu nền, còn PurpleAir chỉ cập nhật độ lệch khi dữ liệu đạt yêu cầu chất lượng.</a:t>
            </a:r>
          </a:p>
          <a:p xmlns:a="http://schemas.openxmlformats.org/drawingml/2006/main">
            <a:r>
              <a:t/>
            </a:r>
          </a:p>
          <a:p xmlns:a="http://schemas.openxmlformats.org/drawingml/2006/main">
            <a:r>
              <a:t>Nguồn:</a:t>
            </a:r>
          </a:p>
          <a:p xmlns:a="http://schemas.openxmlformats.org/drawingml/2006/main">
            <a:r>
              <a:t>- UIT2026_PM25_FPGA_FINAL_REPORT_FINAL.pdf</a:t>
            </a:r>
          </a:p>
          <a:p xmlns:a="http://schemas.openxmlformats.org/drawingml/2006/main">
            <a:r>
              <a:t>- reports/fpga/hardware_validation.json</a:t>
            </a:r>
          </a:p>
          <a:p xmlns:a="http://schemas.openxmlformats.org/drawingml/2006/main">
            <a:r>
              <a:t>- https://fce.uit.edu.vn/wp-content/uploads/2024/03/WebIcon_1x_FCE-Full-Stroke.png</a:t>
            </a:r>
          </a:p>
          <a:p xmlns:a="http://schemas.openxmlformats.org/drawingml/2006/main">
            <a:r>
              <a:t>- https://en.uit.edu.vn/strapi/uploads/Logo_UIT_Web_3baa33290d.png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0:20-1:05. CAMS cung cấp nền theo vùng và theo giờ nhưng có thể chưa phản ánh sát một vị trí cụ thể. PurpleAir gần vị trí hơn và cập nhật mỗi 10 phút, song hai kênh A/B cần được kiểm tra. Thiết kế giữ CAMS làm nền và chỉ dùng PurpleAir để cập nhật độ lệch khi QC cho phép.</a:t>
            </a:r>
          </a:p>
          <a:p xmlns:a="http://schemas.openxmlformats.org/drawingml/2006/main">
            <a:r>
              <a:t/>
            </a:r>
          </a:p>
          <a:p xmlns:a="http://schemas.openxmlformats.org/drawingml/2006/main">
            <a:r>
              <a:t>Nguồn:</a:t>
            </a:r>
          </a:p>
          <a:p xmlns:a="http://schemas.openxmlformats.org/drawingml/2006/main">
            <a:r>
              <a:t>- UIT2026_PM25_FPGA_FINAL_REPORT_FINAL.pdf, mục 1.1 và 2.2</a:t>
            </a:r>
          </a:p>
          <a:p xmlns:a="http://schemas.openxmlformats.org/drawingml/2006/main">
            <a:r>
              <a:t>- https://open-meteo.com/en/docs/air-quality-api</a:t>
            </a:r>
          </a:p>
          <a:p xmlns:a="http://schemas.openxmlformats.org/drawingml/2006/main">
            <a:r>
              <a:t>- https://api.purpleair.com/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1:05-1:50. Máy chủ thu thập dữ liệu, kiểm soát chất lượng và lượng tử hóa x16. Mô hình Python tạo kết quả tham chiếu. Cùng một mẫu được gửi qua UART vào FPGA để đối chiếu từng trường. CAMS, PurpleAir và kết quả hiệu chỉnh luôn được giữ thành ba chuỗi độc lập, nên hệ thống không đưa kết quả đã hiệu chỉnh quay lại làm dữ liệu nền.</a:t>
            </a:r>
          </a:p>
          <a:p xmlns:a="http://schemas.openxmlformats.org/drawingml/2006/main">
            <a:r>
              <a:t/>
            </a:r>
          </a:p>
          <a:p xmlns:a="http://schemas.openxmlformats.org/drawingml/2006/main">
            <a:r>
              <a:t>Nguồn:</a:t>
            </a:r>
          </a:p>
          <a:p xmlns:a="http://schemas.openxmlformats.org/drawingml/2006/main">
            <a:r>
              <a:t>- UIT2026_PM25_FPGA_FINAL_REPORT_FINAL.pdf, mục 3.1</a:t>
            </a:r>
          </a:p>
          <a:p xmlns:a="http://schemas.openxmlformats.org/drawingml/2006/main">
            <a:r>
              <a:t>- docs/design_notes/ip/14_uart_laptop_demo_design.md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1:50-2:50. Độ lệch quan sát bằng PurpleAir trừ CAMS. Lõi lấy sai số giữa độ lệch quan sát và trạng thái cũ, rồi dịch phải số học ba bit để tạo lượng cập nhật. Đầu ra hiện tại dùng bias_before, vì vậy PurpleAir của mẫu này chỉ tác động đến các mẫu sau. Nếu QC không đạt, lõi vẫn tạo đầu ra từ CAMS và trạng thái cũ nhưng không cập nhật trạng thái.</a:t>
            </a:r>
          </a:p>
          <a:p xmlns:a="http://schemas.openxmlformats.org/drawingml/2006/main">
            <a:r>
              <a:t/>
            </a:r>
          </a:p>
          <a:p xmlns:a="http://schemas.openxmlformats.org/drawingml/2006/main">
            <a:r>
              <a:t>Nguồn:</a:t>
            </a:r>
          </a:p>
          <a:p xmlns:a="http://schemas.openxmlformats.org/drawingml/2006/main">
            <a:r>
              <a:t>- UIT2026_PM25_FPGA_FINAL_REPORT_FINAL.pdf, mục 2.3 và 2.4</a:t>
            </a:r>
          </a:p>
          <a:p xmlns:a="http://schemas.openxmlformats.org/drawingml/2006/main">
            <a:r>
              <a:t>- rtl/core/pm25_alert_core.v</a:t>
            </a:r>
          </a:p>
          <a:p xmlns:a="http://schemas.openxmlformats.org/drawingml/2006/main">
            <a:r>
              <a:t>- rtl/core/bias_update.v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2:50-3:40. Tập dữ liệu chốt có 4.137 mẫu PurpleAir 10 phút. Có 1.309 giờ khớp bản ghi nguồn, 1.226 giờ tạo được giá trị đại diện và 553 giờ đạt QC nghiêm ngặt để cập nhật độ lệch. CAMS giữ 13.704 bản ghi giờ. Trong 12.395 giờ không có bản ghi PurpleAir, lõi vẫn tạo đầu ra bằng CAMS cộng trạng thái độ lệch hiện tại.</a:t>
            </a:r>
          </a:p>
          <a:p xmlns:a="http://schemas.openxmlformats.org/drawingml/2006/main">
            <a:r>
              <a:t/>
            </a:r>
          </a:p>
          <a:p xmlns:a="http://schemas.openxmlformats.org/drawingml/2006/main">
            <a:r>
              <a:t>Nguồn:</a:t>
            </a:r>
          </a:p>
          <a:p xmlns:a="http://schemas.openxmlformats.org/drawingml/2006/main">
            <a:r>
              <a:t>- UIT2026_PM25_FPGA_FINAL_REPORT_FINAL.pdf, Bảng 2.1</a:t>
            </a:r>
          </a:p>
          <a:p xmlns:a="http://schemas.openxmlformats.org/drawingml/2006/main">
            <a:r>
              <a:t>- final_codex_review/audit_evidence/final_claim_snapshot.json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3:40-4:35. Đánh giá theo bốn phần thời gian cho thấy S bằng 2 có MAE quan sát thấp nhất. Nhóm vẫn giữ S bằng 3 vì đây là cấu hình đã đóng băng và đã qua kiểm chứng phần cứng. Việc thay đổi hệ số cần chạy lại hồi quy, tổng hợp và kiểm chứng bo mạch. Baseline hiện tại có 94 kiểm thử Python đạt và 941 mẫu RTL không lỗi.</a:t>
            </a:r>
          </a:p>
          <a:p xmlns:a="http://schemas.openxmlformats.org/drawingml/2006/main">
            <a:r>
              <a:t/>
            </a:r>
          </a:p>
          <a:p xmlns:a="http://schemas.openxmlformats.org/drawingml/2006/main">
            <a:r>
              <a:t>Nguồn:</a:t>
            </a:r>
          </a:p>
          <a:p xmlns:a="http://schemas.openxmlformats.org/drawingml/2006/main">
            <a:r>
              <a:t>- UIT2026_PM25_FPGA_FINAL_REPORT_FINAL.pdf, Bảng 4.2</a:t>
            </a:r>
          </a:p>
          <a:p xmlns:a="http://schemas.openxmlformats.org/drawingml/2006/main">
            <a:r>
              <a:t>- final_codex_review/audit_evidence/alpha_recomputed/latest_alpha_candidate.json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4:35-5:50. Toàn bộ mô-đun mức cao nhất sử dụng 490 trên 8.640 phần tử logic và 283 trên 6.693 thanh ghi. Tần số cực đại đạt 58,705 MHz so với xung nhịp mục tiêu 27 MHz, không có điểm cuối vi phạm thiết lập hoặc giữ. Năm nhóm kiểm thử vật lý gồm 140 giao dịch đều khớp mô hình tham chiếu.</a:t>
            </a:r>
          </a:p>
          <a:p xmlns:a="http://schemas.openxmlformats.org/drawingml/2006/main">
            <a:r>
              <a:t/>
            </a:r>
          </a:p>
          <a:p xmlns:a="http://schemas.openxmlformats.org/drawingml/2006/main">
            <a:r>
              <a:t>Nguồn:</a:t>
            </a:r>
          </a:p>
          <a:p xmlns:a="http://schemas.openxmlformats.org/drawingml/2006/main">
            <a:r>
              <a:t>- UIT2026_PM25_FPGA_FINAL_REPORT_FINAL.pdf, Bảng 4.3 và 4.4</a:t>
            </a:r>
          </a:p>
          <a:p xmlns:a="http://schemas.openxmlformats.org/drawingml/2006/main">
            <a:r>
              <a:t>- reports/fpga/gowin_implementation_summary.json</a:t>
            </a:r>
          </a:p>
          <a:p xmlns:a="http://schemas.openxmlformats.org/drawingml/2006/main">
            <a:r>
              <a:t>- reports/fpga/hardware_validation.json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5:50-6:30. Demo gửi lần lượt các ca dữ liệu đạt QC, không đạt QC, độ lệch âm và dương, biên cảnh báo và bão hòa. Với mỗi giao dịch, máy tính hiển thị đầu vào, kết quả tham chiếu và phản hồi thực tế của FPGA. Nhóm kết luận rằng IP có quy mô nhỏ, phép toán xác định và đã được kiểm chứng vật lý trong phạm vi công bố. Xin mời Hội đồng theo dõi phần demo.</a:t>
            </a:r>
          </a:p>
          <a:p xmlns:a="http://schemas.openxmlformats.org/drawingml/2006/main">
            <a:r>
              <a:t/>
            </a:r>
          </a:p>
          <a:p xmlns:a="http://schemas.openxmlformats.org/drawingml/2006/main">
            <a:r>
              <a:t>Nguồn:</a:t>
            </a:r>
          </a:p>
          <a:p xmlns:a="http://schemas.openxmlformats.org/drawingml/2006/main">
            <a:r>
              <a:t>- deliverables/uit2026_final/demo/DEMO_RUNBOOK_VI.md</a:t>
            </a:r>
          </a:p>
          <a:p xmlns:a="http://schemas.openxmlformats.org/drawingml/2006/main">
            <a:r>
              <a:t>- demo/uart/pm25_uart_feeder.py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khi Hội đồng hỏi thứ tự cập nhật. Đầu ra của mẫu t dùng bias_before. Bias_after chỉ tác động từ mẫu sau. Dịch phải số học với số âm đã có kiểm thử riêng.</a:t>
            </a:r>
          </a:p>
          <a:p xmlns:a="http://schemas.openxmlformats.org/drawingml/2006/main">
            <a:r>
              <a:t/>
            </a:r>
          </a:p>
          <a:p xmlns:a="http://schemas.openxmlformats.org/drawingml/2006/main">
            <a:r>
              <a:t>Nguồn:</a:t>
            </a:r>
          </a:p>
          <a:p xmlns:a="http://schemas.openxmlformats.org/drawingml/2006/main">
            <a:r>
              <a:t>- UIT2026_PM25_FPGA_FINAL_REPORT_FINAL.pdf, mục 2.3</a:t>
            </a:r>
          </a:p>
          <a:p xmlns:a="http://schemas.openxmlformats.org/drawingml/2006/main">
            <a:r>
              <a:t>- python_model/fixed_point/pm25_core_v1_fixed.py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khi Hội đồng hỏi về gói tin hoặc FIFO. Giao thức dùng gói nhị phân để giữ RTL nhỏ. Máy tính chỉ gửi yêu cầu tiếp theo sau khi nhận phản hồi, phù hợp với dữ liệu môi trường cập nhật chậm.</a:t>
            </a:r>
          </a:p>
          <a:p xmlns:a="http://schemas.openxmlformats.org/drawingml/2006/main">
            <a:r>
              <a:t/>
            </a:r>
          </a:p>
          <a:p xmlns:a="http://schemas.openxmlformats.org/drawingml/2006/main">
            <a:r>
              <a:t>Nguồn:</a:t>
            </a:r>
          </a:p>
          <a:p xmlns:a="http://schemas.openxmlformats.org/drawingml/2006/main">
            <a:r>
              <a:t>- UIT2026_PM25_FPGA_FINAL_REPORT_FINAL.pdf, mục 3.3</a:t>
            </a:r>
          </a:p>
          <a:p xmlns:a="http://schemas.openxmlformats.org/drawingml/2006/main">
            <a:r>
              <a:t>- docs/design_notes/ip/13_uart_laptop_demo_protocol.md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khi Hội đồng hỏi vì sao chưa chọn S bằng 2. S bằng 2 có MAE thấp hơn trên dữ liệu hiện tại, nhưng việc đưa vào cấu hình chính thức cần version mới và lặp lại toàn bộ kiểm chứng. S bằng 3 vẫn là cấu hình khớp với bằng chứng phần cứng.</a:t>
            </a:r>
          </a:p>
          <a:p xmlns:a="http://schemas.openxmlformats.org/drawingml/2006/main">
            <a:r>
              <a:t/>
            </a:r>
          </a:p>
          <a:p xmlns:a="http://schemas.openxmlformats.org/drawingml/2006/main">
            <a:r>
              <a:t>Nguồn:</a:t>
            </a:r>
          </a:p>
          <a:p xmlns:a="http://schemas.openxmlformats.org/drawingml/2006/main">
            <a:r>
              <a:t>- UIT2026_PM25_FPGA_FINAL_REPORT_FINAL.pdf, Bảng 4.2</a:t>
            </a:r>
          </a:p>
          <a:p xmlns:a="http://schemas.openxmlformats.org/drawingml/2006/main">
            <a:r>
              <a:t>- final_codex_review/audit_evidence/alpha_recomputed/latest_alpha_candidate.json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khi Hội đồng hỏi mức độ tin cậy. Nhóm phân biệt kiểm chứng có chủ đích với kiểm chứng hình thức, và phân biệt độ đúng số học của phần cứng với độ chính xác môi trường dài hạn. Dữ liệu PurpleAir 10 phút chỉ bao phủ khoảng sáu tuần và CAMS có hai khoảng thiếu tổng cộng 1.056 giờ.</a:t>
            </a:r>
          </a:p>
          <a:p xmlns:a="http://schemas.openxmlformats.org/drawingml/2006/main">
            <a:r>
              <a:t/>
            </a:r>
          </a:p>
          <a:p xmlns:a="http://schemas.openxmlformats.org/drawingml/2006/main">
            <a:r>
              <a:t>Nguồn:</a:t>
            </a:r>
          </a:p>
          <a:p xmlns:a="http://schemas.openxmlformats.org/drawingml/2006/main">
            <a:r>
              <a:t>- UIT2026_PM25_FPGA_FINAL_REPORT_FINAL.pdf, mục 5.2</a:t>
            </a:r>
          </a:p>
          <a:p xmlns:a="http://schemas.openxmlformats.org/drawingml/2006/main">
            <a:r>
              <a:t>- final_codex_review/FINAL_AUDIT.md</a:t>
            </a:r>
          </a:p>
          <a:p xmlns:a="http://schemas.openxmlformats.org/drawingml/2006/main">
            <a:r>
              <a:t>- reports/fpga/hardware_validation.md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21521c2bf143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6dfb4deefe4d5a" /><Relationship Type="http://schemas.openxmlformats.org/officeDocument/2006/relationships/slideLayout" Target="/ppt/slideLayouts/slideLayout1.xml" Id="R07cf3509f09540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cf3509f09540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e324890d3b947db" /><Relationship Type="http://schemas.openxmlformats.org/officeDocument/2006/relationships/image" Target="/ppt/media/image.png" Id="R3903d772211143dd" /><Relationship Type="http://schemas.openxmlformats.org/officeDocument/2006/relationships/image" Target="/ppt/media/image2.png" Id="Raade049bdf264880" /><Relationship Type="http://schemas.openxmlformats.org/officeDocument/2006/relationships/notesSlide" Target="/ppt/notesSlides/notesSlide1.xml" Id="R12c95053e5c143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a4dd3f8169d4e52" /><Relationship Type="http://schemas.openxmlformats.org/officeDocument/2006/relationships/image" Target="/ppt/media/image3.png" Id="R83a786bc480a4146" /><Relationship Type="http://schemas.openxmlformats.org/officeDocument/2006/relationships/notesSlide" Target="/ppt/notesSlides/notesSlide2.xml" Id="R74e68998ebe145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14518269d5546fd" /><Relationship Type="http://schemas.openxmlformats.org/officeDocument/2006/relationships/image" Target="/ppt/media/image4.png" Id="R9a59ca0bcd4749d6" /><Relationship Type="http://schemas.openxmlformats.org/officeDocument/2006/relationships/notesSlide" Target="/ppt/notesSlides/notesSlide3.xml" Id="R53da0df7a11f46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d1f51cc8ef742d4" /><Relationship Type="http://schemas.openxmlformats.org/officeDocument/2006/relationships/image" Target="/ppt/media/image5.png" Id="R7f0ccfab4ed04e8f" /><Relationship Type="http://schemas.openxmlformats.org/officeDocument/2006/relationships/notesSlide" Target="/ppt/notesSlides/notesSlide4.xml" Id="Ra3e6abe2112b491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f9a312df8ea496e" /><Relationship Type="http://schemas.openxmlformats.org/officeDocument/2006/relationships/image" Target="/ppt/media/image6.png" Id="R219e5bdb3a5840ff" /><Relationship Type="http://schemas.openxmlformats.org/officeDocument/2006/relationships/notesSlide" Target="/ppt/notesSlides/notesSlide5.xml" Id="R9f79d35864824e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2d36c4e0fce412d" /><Relationship Type="http://schemas.openxmlformats.org/officeDocument/2006/relationships/image" Target="/ppt/media/image7.png" Id="Rad7ff406e7e743e5" /><Relationship Type="http://schemas.openxmlformats.org/officeDocument/2006/relationships/chart" Target="/ppt/slides/charts/chart1.xml" Id="R4e80edab6cbc4f83" /><Relationship Type="http://schemas.openxmlformats.org/officeDocument/2006/relationships/notesSlide" Target="/ppt/notesSlides/notesSlide6.xml" Id="R043e77a11337416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7c718373e5b4249" /><Relationship Type="http://schemas.openxmlformats.org/officeDocument/2006/relationships/image" Target="/ppt/media/image8.png" Id="Ra6eb9428fdc641b9" /><Relationship Type="http://schemas.openxmlformats.org/officeDocument/2006/relationships/notesSlide" Target="/ppt/notesSlides/notesSlide7.xml" Id="R4823ebcd33534e4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683899a925e4758" /><Relationship Type="http://schemas.openxmlformats.org/officeDocument/2006/relationships/image" Target="/ppt/media/image9.png" Id="Rbeeaa0baeaab45f6" /><Relationship Type="http://schemas.openxmlformats.org/officeDocument/2006/relationships/notesSlide" Target="/ppt/notesSlides/notesSlide8.xml" Id="Rf50a976ea65648c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e7c1811852b4f88" /><Relationship Type="http://schemas.openxmlformats.org/officeDocument/2006/relationships/image" Target="/ppt/media/image10.png" Id="R95c9c79e4f0149a3" /><Relationship Type="http://schemas.openxmlformats.org/officeDocument/2006/relationships/notesSlide" Target="/ppt/notesSlides/notesSlide9.xml" Id="R4d95b5861b784a5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a6eca0e23e64fbb" /><Relationship Type="http://schemas.openxmlformats.org/officeDocument/2006/relationships/image" Target="/ppt/media/image11.png" Id="R2bd2193a42e74f87" /><Relationship Type="http://schemas.openxmlformats.org/officeDocument/2006/relationships/notesSlide" Target="/ppt/notesSlides/notesSlide10.xml" Id="R4d6b1e25a49a4ae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2711f0f3267414b" /><Relationship Type="http://schemas.openxmlformats.org/officeDocument/2006/relationships/image" Target="/ppt/media/image12.png" Id="R6ca4d94be07742d5" /><Relationship Type="http://schemas.openxmlformats.org/officeDocument/2006/relationships/notesSlide" Target="/ppt/notesSlides/notesSlide11.xml" Id="R7721463cc8e7429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32ab69062e0488f" /><Relationship Type="http://schemas.openxmlformats.org/officeDocument/2006/relationships/image" Target="/ppt/media/image13.png" Id="Re294134ea44f408d" /><Relationship Type="http://schemas.openxmlformats.org/officeDocument/2006/relationships/notesSlide" Target="/ppt/notesSlides/notesSlide12.xml" Id="R766bc5df09dd4a8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MAE của CAMS</c:v>
          </c:tx>
          <c:spPr>
            <a:solidFill xmlns:a="http://schemas.openxmlformats.org/drawingml/2006/main">
              <a:srgbClr val="C8D8CF"/>
            </a:solidFill>
          </c:spPr>
          <c:cat>
            <c:numRef>
              <c:f>'Chart Data'!$A$2:$A$6</c:f>
              <c:numCache>
                <c:formatCode>General</c:formatCode>
                <c:ptCount val="5"/>
                <c:pt idx="0">
                  <c:v>2</c:v>
                </c:pt>
                <c:pt idx="1">
                  <c:v>3</c:v>
                </c:pt>
                <c:pt idx="2">
                  <c:v>4</c:v>
                </c:pt>
                <c:pt idx="3">
                  <c:v>5</c:v>
                </c:pt>
                <c:pt idx="4">
                  <c:v>6</c:v>
                </c:pt>
              </c:numCache>
            </c:numRef>
          </c:cat>
          <c:val>
            <c:numRef>
              <c:f>'Chart Data'!$B$2:$B$6</c:f>
              <c:numCache>
                <c:formatCode>General</c:formatCode>
                <c:ptCount val="5"/>
                <c:pt idx="0">
                  <c:v>15.8884</c:v>
                </c:pt>
                <c:pt idx="1">
                  <c:v>15.8884</c:v>
                </c:pt>
                <c:pt idx="2">
                  <c:v>15.8884</c:v>
                </c:pt>
                <c:pt idx="3">
                  <c:v>15.8884</c:v>
                </c:pt>
                <c:pt idx="4">
                  <c:v>15.8884</c:v>
                </c:pt>
              </c:numCache>
            </c:numRef>
          </c:val>
        </c:ser>
        <c:ser>
          <c:idx val="1"/>
          <c:order val="1"/>
          <c:tx>
            <c:v>MAE sau hiệu chỉnh</c:v>
          </c:tx>
          <c:spPr>
            <a:solidFill xmlns:a="http://schemas.openxmlformats.org/drawingml/2006/main">
              <a:srgbClr val="0F6E41"/>
            </a:solidFill>
          </c:spPr>
          <c:cat>
            <c:numRef>
              <c:f>'Chart Data'!$C$2:$C$6</c:f>
              <c:numCache>
                <c:formatCode>General</c:formatCode>
                <c:ptCount val="5"/>
                <c:pt idx="0">
                  <c:v>2</c:v>
                </c:pt>
                <c:pt idx="1">
                  <c:v>3</c:v>
                </c:pt>
                <c:pt idx="2">
                  <c:v>4</c:v>
                </c:pt>
                <c:pt idx="3">
                  <c:v>5</c:v>
                </c:pt>
                <c:pt idx="4">
                  <c:v>6</c:v>
                </c:pt>
              </c:numCache>
            </c:numRef>
          </c:cat>
          <c:val>
            <c:numRef>
              <c:f>'Chart Data'!$D$2:$D$6</c:f>
              <c:numCache>
                <c:formatCode>General</c:formatCode>
                <c:ptCount val="5"/>
                <c:pt idx="0">
                  <c:v>4.2633</c:v>
                </c:pt>
                <c:pt idx="1">
                  <c:v>4.7259</c:v>
                </c:pt>
                <c:pt idx="2">
                  <c:v>4.944</c:v>
                </c:pt>
                <c:pt idx="3">
                  <c:v>5.319</c:v>
                </c:pt>
                <c:pt idx="4">
                  <c:v>6.0211</c:v>
                </c:pt>
              </c:numCache>
            </c:numRef>
          </c:val>
        </c:ser>
        <c:dLbls>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dLblPos val="outEnd"/>
          <c:showLegendKey val="0"/>
          <c:showVal val="1"/>
          <c:showCatName val="0"/>
          <c:showSerName val="0"/>
          <c:showPercent val="0"/>
          <c:showBubbleSize val="0"/>
          <c:showLeaderLines val="0"/>
        </c:dLbls>
        <c:gapWidth val="68"/>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Noto Sans"/>
                    <a:ea typeface="Noto Sans"/>
                    <a:cs typeface="Noto Sans"/>
                  </a:rPr>
                  <a:t>Giá trị S</a:t>
                </a:r>
              </a:p>
            </c:rich>
          </c:tx>
          <c:overlay val="0"/>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Noto Sans"/>
                <a:ea typeface="Noto Sans"/>
                <a:cs typeface="Noto Sans"/>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Noto Sans"/>
                    <a:ea typeface="Noto Sans"/>
                    <a:cs typeface="Noto Sans"/>
                  </a:rPr>
                  <a:t>MAE (µg/m³)</a:t>
                </a:r>
              </a:p>
            </c:rich>
          </c:tx>
          <c:overlay val="0"/>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Noto Sans"/>
                <a:ea typeface="Noto Sans"/>
                <a:cs typeface="Noto Sans"/>
              </a:defRPr>
            </a:pPr>
          </a:p>
        </c:txPr>
        <c:crossAx val="48650112"/>
        <c:crossBetween val="between"/>
        <c:majorUnit val="3"/>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D2E97FF-092E-414F-B8E8-EC9B43FC0CAA}"/>
              </a:ext>
            </a:extLst>
          </p:cNvPr>
          <p:cNvSpPr>
            <a:spLocks xmlns:a="http://schemas.openxmlformats.org/drawingml/2006/main" noGrp="1"/>
          </p:cNvSpPr>
          <p:nvPr/>
        </p:nvSpPr>
        <p:spPr>
          <a:xfrm xmlns:a="http://schemas.openxmlformats.org/drawingml/2006/main">
            <a:off x="0" y="0"/>
            <a:ext cx="285750" cy="6858000"/>
          </a:xfrm>
          <a:prstGeom xmlns:a="http://schemas.openxmlformats.org/drawingml/2006/main" prst="rect">
            <a:avLst/>
          </a:prstGeom>
          <a:solidFill xmlns:a="http://schemas.openxmlformats.org/drawingml/2006/main">
            <a:srgbClr val="0F6E4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833BE8-00F0-4E92-9ACB-4D768FA4446C}"/>
              </a:ext>
            </a:extLst>
          </p:cNvPr>
          <p:cNvSpPr>
            <a:spLocks xmlns:a="http://schemas.openxmlformats.org/drawingml/2006/main" noGrp="1"/>
          </p:cNvSpPr>
          <p:nvPr/>
        </p:nvSpPr>
        <p:spPr>
          <a:xfrm xmlns:a="http://schemas.openxmlformats.org/drawingml/2006/main">
            <a:off x="8267700" y="0"/>
            <a:ext cx="3924300" cy="6858000"/>
          </a:xfrm>
          <a:prstGeom xmlns:a="http://schemas.openxmlformats.org/drawingml/2006/main" prst="rect">
            <a:avLst/>
          </a:prstGeom>
          <a:solidFill xmlns:a="http://schemas.openxmlformats.org/drawingml/2006/main">
            <a:srgbClr val="F5FAF7"/>
          </a:solidFill>
          <a:ln xmlns:a="http://schemas.openxmlformats.org/drawingml/2006/main" w="0">
            <a:no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3903d772211143dd"/>
          <a:stretch xmlns:a="http://schemas.openxmlformats.org/drawingml/2006/main"/>
        </p:blipFill>
        <p:spPr>
          <a:xfrm xmlns:a="http://schemas.openxmlformats.org/drawingml/2006/main">
            <a:off x="8620125" y="651554"/>
            <a:ext cx="2952750" cy="1059093"/>
          </a:xfrm>
          <a:prstGeom xmlns:a="http://schemas.openxmlformats.org/drawingml/2006/main" prst="rect">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aade049bdf264880"/>
          <a:stretch xmlns:a="http://schemas.openxmlformats.org/drawingml/2006/main"/>
        </p:blipFill>
        <p:spPr>
          <a:xfrm xmlns:a="http://schemas.openxmlformats.org/drawingml/2006/main">
            <a:off x="9639300" y="2098985"/>
            <a:ext cx="1428750" cy="170753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A5762AE-EF38-4F1F-97FD-AA8FEC0BEB5A}"/>
              </a:ext>
            </a:extLst>
          </p:cNvPr>
          <p:cNvSpPr>
            <a:spLocks xmlns:a="http://schemas.openxmlformats.org/drawingml/2006/main" noGrp="1"/>
          </p:cNvSpPr>
          <p:nvPr/>
        </p:nvSpPr>
        <p:spPr>
          <a:xfrm xmlns:a="http://schemas.openxmlformats.org/drawingml/2006/main">
            <a:off x="723900" y="495300"/>
            <a:ext cx="704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1">
                <a:solidFill>
                  <a:srgbClr val="0F6E41"/>
                </a:solidFill>
                <a:latin typeface="Noto Sans"/>
                <a:ea typeface="Noto Sans"/>
                <a:cs typeface="Noto Sans"/>
              </a:defRPr>
            </a:pPr>
            <a:r>
              <a:rPr sz="1200" b="1">
                <a:solidFill>
                  <a:srgbClr val="0F6E41"/>
                </a:solidFill>
                <a:latin typeface="Noto Sans"/>
                <a:ea typeface="Noto Sans"/>
                <a:cs typeface="Noto Sans"/>
              </a:rPr>
              <a:t>CUỘC THI THIẾT KẾ VI MẠCH UIT LẦN THỨ III - 2026</a:t>
            </a:r>
          </a:p>
        </p:txBody>
      </p:sp>
      <p:sp>
        <p:nvSpPr>
          <p:cNvPr id="6" name="">
            <a:extLst xmlns:a="http://schemas.openxmlformats.org/drawingml/2006/main">
              <a:ext uri="{FF2B5EF4-FFF2-40B4-BE49-F238E27FC236}">
                <a16:creationId xmlns:a16="http://schemas.microsoft.com/office/drawing/2014/main" id="{A6856D6D-C7B2-45C9-9D7F-0D9E2886DB0A}"/>
              </a:ext>
            </a:extLst>
          </p:cNvPr>
          <p:cNvSpPr>
            <a:spLocks xmlns:a="http://schemas.openxmlformats.org/drawingml/2006/main" noGrp="1"/>
          </p:cNvSpPr>
          <p:nvPr/>
        </p:nvSpPr>
        <p:spPr>
          <a:xfrm xmlns:a="http://schemas.openxmlformats.org/drawingml/2006/main">
            <a:off x="704850" y="1257300"/>
            <a:ext cx="73342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750" b="1">
                <a:solidFill>
                  <a:srgbClr val="17352B"/>
                </a:solidFill>
                <a:latin typeface="Noto Sans"/>
                <a:ea typeface="Noto Sans"/>
                <a:cs typeface="Noto Sans"/>
              </a:defRPr>
            </a:pPr>
            <a:r>
              <a:rPr sz="3750" b="1">
                <a:solidFill>
                  <a:srgbClr val="17352B"/>
                </a:solidFill>
                <a:latin typeface="Noto Sans"/>
                <a:ea typeface="Noto Sans"/>
                <a:cs typeface="Noto Sans"/>
              </a:rPr>
              <a:t>Thiết kế IP xử lý và cảnh báo</a:t>
            </a:r>
          </a:p>
          <a:p xmlns:a="http://schemas.openxmlformats.org/drawingml/2006/main">
            <a:pPr>
              <a:defRPr sz="3750" b="1">
                <a:solidFill>
                  <a:srgbClr val="17352B"/>
                </a:solidFill>
                <a:latin typeface="Noto Sans"/>
                <a:ea typeface="Noto Sans"/>
                <a:cs typeface="Noto Sans"/>
              </a:defRPr>
            </a:pPr>
            <a:r>
              <a:rPr sz="3750" b="1">
                <a:solidFill>
                  <a:srgbClr val="17352B"/>
                </a:solidFill>
                <a:latin typeface="Noto Sans"/>
                <a:ea typeface="Noto Sans"/>
                <a:cs typeface="Noto Sans"/>
              </a:rPr>
              <a:t>bụi mịn PM2.5 trên FPGA</a:t>
            </a:r>
          </a:p>
        </p:txBody>
      </p:sp>
      <p:sp>
        <p:nvSpPr>
          <p:cNvPr id="7" name="">
            <a:extLst xmlns:a="http://schemas.openxmlformats.org/drawingml/2006/main">
              <a:ext uri="{FF2B5EF4-FFF2-40B4-BE49-F238E27FC236}">
                <a16:creationId xmlns:a16="http://schemas.microsoft.com/office/drawing/2014/main" id="{74A94CD2-462F-4B0D-93FD-965F8722B6AC}"/>
              </a:ext>
            </a:extLst>
          </p:cNvPr>
          <p:cNvSpPr>
            <a:spLocks xmlns:a="http://schemas.openxmlformats.org/drawingml/2006/main" noGrp="1"/>
          </p:cNvSpPr>
          <p:nvPr/>
        </p:nvSpPr>
        <p:spPr>
          <a:xfrm xmlns:a="http://schemas.openxmlformats.org/drawingml/2006/main">
            <a:off x="742950" y="3086100"/>
            <a:ext cx="6781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0">
                <a:solidFill>
                  <a:srgbClr val="5D6B66"/>
                </a:solidFill>
                <a:latin typeface="Noto Sans"/>
                <a:ea typeface="Noto Sans"/>
                <a:cs typeface="Noto Sans"/>
              </a:defRPr>
            </a:pPr>
            <a:r>
              <a:rPr sz="1800" b="0">
                <a:solidFill>
                  <a:srgbClr val="5D6B66"/>
                </a:solidFill>
                <a:latin typeface="Noto Sans"/>
                <a:ea typeface="Noto Sans"/>
                <a:cs typeface="Noto Sans"/>
              </a:rPr>
              <a:t>Lõi RTL x16 hiệu chỉnh độ lệch thích nghi và tạo cảnh báo theo trạng thái</a:t>
            </a:r>
          </a:p>
        </p:txBody>
      </p:sp>
      <p:sp>
        <p:nvSpPr>
          <p:cNvPr id="8" name="">
            <a:extLst xmlns:a="http://schemas.openxmlformats.org/drawingml/2006/main">
              <a:ext uri="{FF2B5EF4-FFF2-40B4-BE49-F238E27FC236}">
                <a16:creationId xmlns:a16="http://schemas.microsoft.com/office/drawing/2014/main" id="{630B794C-82F8-4C2A-8E84-054BC60711B9}"/>
              </a:ext>
            </a:extLst>
          </p:cNvPr>
          <p:cNvSpPr>
            <a:spLocks xmlns:a="http://schemas.openxmlformats.org/drawingml/2006/main" noGrp="1"/>
          </p:cNvSpPr>
          <p:nvPr/>
        </p:nvSpPr>
        <p:spPr>
          <a:xfrm xmlns:a="http://schemas.openxmlformats.org/drawingml/2006/main">
            <a:off x="742950" y="4076700"/>
            <a:ext cx="6667500" cy="0"/>
          </a:xfrm>
          <a:prstGeom xmlns:a="http://schemas.openxmlformats.org/drawingml/2006/main" prst="line">
            <a:avLst/>
          </a:prstGeom>
          <a:noFill xmlns:a="http://schemas.openxmlformats.org/drawingml/2006/main"/>
          <a:ln xmlns:a="http://schemas.openxmlformats.org/drawingml/2006/main" w="19050">
            <a:solidFill>
              <a:srgbClr val="C8D8CF"/>
            </a:solidFill>
          </a:ln>
        </p:spPr>
      </p:sp>
      <p:sp>
        <p:nvSpPr>
          <p:cNvPr id="9" name="">
            <a:extLst xmlns:a="http://schemas.openxmlformats.org/drawingml/2006/main">
              <a:ext uri="{FF2B5EF4-FFF2-40B4-BE49-F238E27FC236}">
                <a16:creationId xmlns:a16="http://schemas.microsoft.com/office/drawing/2014/main" id="{9576D0A0-4183-47B2-BE1B-F057E561F48B}"/>
              </a:ext>
            </a:extLst>
          </p:cNvPr>
          <p:cNvSpPr>
            <a:spLocks xmlns:a="http://schemas.openxmlformats.org/drawingml/2006/main" noGrp="1"/>
          </p:cNvSpPr>
          <p:nvPr/>
        </p:nvSpPr>
        <p:spPr>
          <a:xfrm xmlns:a="http://schemas.openxmlformats.org/drawingml/2006/main">
            <a:off x="762000" y="4286250"/>
            <a:ext cx="1428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0F6E41"/>
                </a:solidFill>
                <a:latin typeface="Noto Sans"/>
                <a:ea typeface="Noto Sans"/>
                <a:cs typeface="Noto Sans"/>
              </a:defRPr>
            </a:pPr>
            <a:r>
              <a:rPr sz="2550" b="1">
                <a:solidFill>
                  <a:srgbClr val="0F6E41"/>
                </a:solidFill>
                <a:latin typeface="Noto Sans"/>
                <a:ea typeface="Noto Sans"/>
                <a:cs typeface="Noto Sans"/>
              </a:rPr>
              <a:t>x16</a:t>
            </a:r>
          </a:p>
        </p:txBody>
      </p:sp>
      <p:sp>
        <p:nvSpPr>
          <p:cNvPr id="10" name="">
            <a:extLst xmlns:a="http://schemas.openxmlformats.org/drawingml/2006/main">
              <a:ext uri="{FF2B5EF4-FFF2-40B4-BE49-F238E27FC236}">
                <a16:creationId xmlns:a16="http://schemas.microsoft.com/office/drawing/2014/main" id="{37E636E3-6640-4A19-8244-E2CF0E903D8A}"/>
              </a:ext>
            </a:extLst>
          </p:cNvPr>
          <p:cNvSpPr>
            <a:spLocks xmlns:a="http://schemas.openxmlformats.org/drawingml/2006/main" noGrp="1"/>
          </p:cNvSpPr>
          <p:nvPr/>
        </p:nvSpPr>
        <p:spPr>
          <a:xfrm xmlns:a="http://schemas.openxmlformats.org/drawingml/2006/main">
            <a:off x="2571750" y="4286250"/>
            <a:ext cx="228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1">
                <a:solidFill>
                  <a:srgbClr val="056839"/>
                </a:solidFill>
                <a:latin typeface="Noto Sans"/>
                <a:ea typeface="Noto Sans"/>
                <a:cs typeface="Noto Sans"/>
              </a:defRPr>
            </a:pPr>
            <a:r>
              <a:rPr sz="2175" b="1">
                <a:solidFill>
                  <a:srgbClr val="056839"/>
                </a:solidFill>
                <a:latin typeface="Noto Sans"/>
                <a:ea typeface="Noto Sans"/>
                <a:cs typeface="Noto Sans"/>
              </a:rPr>
              <a:t>Tang Nano 9K</a:t>
            </a:r>
          </a:p>
        </p:txBody>
      </p:sp>
      <p:sp>
        <p:nvSpPr>
          <p:cNvPr id="11" name="">
            <a:extLst xmlns:a="http://schemas.openxmlformats.org/drawingml/2006/main">
              <a:ext uri="{FF2B5EF4-FFF2-40B4-BE49-F238E27FC236}">
                <a16:creationId xmlns:a16="http://schemas.microsoft.com/office/drawing/2014/main" id="{CBEB17FB-1C88-4404-BBC9-0C1E42D86B42}"/>
              </a:ext>
            </a:extLst>
          </p:cNvPr>
          <p:cNvSpPr>
            <a:spLocks xmlns:a="http://schemas.openxmlformats.org/drawingml/2006/main" noGrp="1"/>
          </p:cNvSpPr>
          <p:nvPr/>
        </p:nvSpPr>
        <p:spPr>
          <a:xfrm xmlns:a="http://schemas.openxmlformats.org/drawingml/2006/main">
            <a:off x="5391150" y="4286250"/>
            <a:ext cx="190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0F6E41"/>
                </a:solidFill>
                <a:latin typeface="Noto Sans"/>
                <a:ea typeface="Noto Sans"/>
                <a:cs typeface="Noto Sans"/>
              </a:defRPr>
            </a:pPr>
            <a:r>
              <a:rPr sz="2550" b="1">
                <a:solidFill>
                  <a:srgbClr val="0F6E41"/>
                </a:solidFill>
                <a:latin typeface="Noto Sans"/>
                <a:ea typeface="Noto Sans"/>
                <a:cs typeface="Noto Sans"/>
              </a:rPr>
              <a:t>140/140</a:t>
            </a:r>
          </a:p>
        </p:txBody>
      </p:sp>
      <p:sp>
        <p:nvSpPr>
          <p:cNvPr id="12" name="">
            <a:extLst xmlns:a="http://schemas.openxmlformats.org/drawingml/2006/main">
              <a:ext uri="{FF2B5EF4-FFF2-40B4-BE49-F238E27FC236}">
                <a16:creationId xmlns:a16="http://schemas.microsoft.com/office/drawing/2014/main" id="{61B1783A-124A-43F3-A6B1-92ECEE726610}"/>
              </a:ext>
            </a:extLst>
          </p:cNvPr>
          <p:cNvSpPr>
            <a:spLocks xmlns:a="http://schemas.openxmlformats.org/drawingml/2006/main" noGrp="1"/>
          </p:cNvSpPr>
          <p:nvPr/>
        </p:nvSpPr>
        <p:spPr>
          <a:xfrm xmlns:a="http://schemas.openxmlformats.org/drawingml/2006/main">
            <a:off x="762000" y="478155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5D6B66"/>
                </a:solidFill>
                <a:latin typeface="Noto Sans"/>
                <a:ea typeface="Noto Sans"/>
                <a:cs typeface="Noto Sans"/>
              </a:defRPr>
            </a:pPr>
            <a:r>
              <a:rPr sz="1200" b="0">
                <a:solidFill>
                  <a:srgbClr val="5D6B66"/>
                </a:solidFill>
                <a:latin typeface="Noto Sans"/>
                <a:ea typeface="Noto Sans"/>
                <a:cs typeface="Noto Sans"/>
              </a:rPr>
              <a:t>dấu phẩy cố định</a:t>
            </a:r>
          </a:p>
        </p:txBody>
      </p:sp>
      <p:sp>
        <p:nvSpPr>
          <p:cNvPr id="13" name="">
            <a:extLst xmlns:a="http://schemas.openxmlformats.org/drawingml/2006/main">
              <a:ext uri="{FF2B5EF4-FFF2-40B4-BE49-F238E27FC236}">
                <a16:creationId xmlns:a16="http://schemas.microsoft.com/office/drawing/2014/main" id="{A2CC2DC1-5898-4DF6-9FA3-3B739BDEC907}"/>
              </a:ext>
            </a:extLst>
          </p:cNvPr>
          <p:cNvSpPr>
            <a:spLocks xmlns:a="http://schemas.openxmlformats.org/drawingml/2006/main" noGrp="1"/>
          </p:cNvSpPr>
          <p:nvPr/>
        </p:nvSpPr>
        <p:spPr>
          <a:xfrm xmlns:a="http://schemas.openxmlformats.org/drawingml/2006/main">
            <a:off x="2571750" y="478155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5D6B66"/>
                </a:solidFill>
                <a:latin typeface="Noto Sans"/>
                <a:ea typeface="Noto Sans"/>
                <a:cs typeface="Noto Sans"/>
              </a:defRPr>
            </a:pPr>
            <a:r>
              <a:rPr sz="1200" b="0">
                <a:solidFill>
                  <a:srgbClr val="5D6B66"/>
                </a:solidFill>
                <a:latin typeface="Noto Sans"/>
                <a:ea typeface="Noto Sans"/>
                <a:cs typeface="Noto Sans"/>
              </a:rPr>
              <a:t>triển khai phần cứng</a:t>
            </a:r>
          </a:p>
        </p:txBody>
      </p:sp>
      <p:sp>
        <p:nvSpPr>
          <p:cNvPr id="14" name="">
            <a:extLst xmlns:a="http://schemas.openxmlformats.org/drawingml/2006/main">
              <a:ext uri="{FF2B5EF4-FFF2-40B4-BE49-F238E27FC236}">
                <a16:creationId xmlns:a16="http://schemas.microsoft.com/office/drawing/2014/main" id="{1CB2618D-2373-4958-8106-1DB9295B4CA4}"/>
              </a:ext>
            </a:extLst>
          </p:cNvPr>
          <p:cNvSpPr>
            <a:spLocks xmlns:a="http://schemas.openxmlformats.org/drawingml/2006/main" noGrp="1"/>
          </p:cNvSpPr>
          <p:nvPr/>
        </p:nvSpPr>
        <p:spPr>
          <a:xfrm xmlns:a="http://schemas.openxmlformats.org/drawingml/2006/main">
            <a:off x="5391150" y="478155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5D6B66"/>
                </a:solidFill>
                <a:latin typeface="Noto Sans"/>
                <a:ea typeface="Noto Sans"/>
                <a:cs typeface="Noto Sans"/>
              </a:defRPr>
            </a:pPr>
            <a:r>
              <a:rPr sz="1200" b="0">
                <a:solidFill>
                  <a:srgbClr val="5D6B66"/>
                </a:solidFill>
                <a:latin typeface="Noto Sans"/>
                <a:ea typeface="Noto Sans"/>
                <a:cs typeface="Noto Sans"/>
              </a:rPr>
              <a:t>giao dịch khớp</a:t>
            </a:r>
          </a:p>
        </p:txBody>
      </p:sp>
      <p:sp>
        <p:nvSpPr>
          <p:cNvPr id="15" name="">
            <a:extLst xmlns:a="http://schemas.openxmlformats.org/drawingml/2006/main">
              <a:ext uri="{FF2B5EF4-FFF2-40B4-BE49-F238E27FC236}">
                <a16:creationId xmlns:a16="http://schemas.microsoft.com/office/drawing/2014/main" id="{782FEB77-7BD9-42E6-888B-16BC29ABFC05}"/>
              </a:ext>
            </a:extLst>
          </p:cNvPr>
          <p:cNvSpPr>
            <a:spLocks xmlns:a="http://schemas.openxmlformats.org/drawingml/2006/main" noGrp="1"/>
          </p:cNvSpPr>
          <p:nvPr/>
        </p:nvSpPr>
        <p:spPr>
          <a:xfrm xmlns:a="http://schemas.openxmlformats.org/drawingml/2006/main">
            <a:off x="742950" y="546735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17352B"/>
                </a:solidFill>
                <a:latin typeface="Noto Sans"/>
                <a:ea typeface="Noto Sans"/>
                <a:cs typeface="Noto Sans"/>
              </a:defRPr>
            </a:pPr>
            <a:r>
              <a:rPr sz="1500" b="1">
                <a:solidFill>
                  <a:srgbClr val="17352B"/>
                </a:solidFill>
                <a:latin typeface="Noto Sans"/>
                <a:ea typeface="Noto Sans"/>
                <a:cs typeface="Noto Sans"/>
              </a:rPr>
              <a:t>Lê Nguyễn Thành Danh - 23520241</a:t>
            </a:r>
          </a:p>
          <a:p xmlns:a="http://schemas.openxmlformats.org/drawingml/2006/main">
            <a:pPr>
              <a:defRPr sz="1500" b="1">
                <a:solidFill>
                  <a:srgbClr val="17352B"/>
                </a:solidFill>
                <a:latin typeface="Noto Sans"/>
                <a:ea typeface="Noto Sans"/>
                <a:cs typeface="Noto Sans"/>
              </a:defRPr>
            </a:pPr>
            <a:r>
              <a:rPr sz="1500" b="1">
                <a:solidFill>
                  <a:srgbClr val="17352B"/>
                </a:solidFill>
                <a:latin typeface="Noto Sans"/>
                <a:ea typeface="Noto Sans"/>
                <a:cs typeface="Noto Sans"/>
              </a:rPr>
              <a:t>Trần Minh Nhật - 23521100</a:t>
            </a:r>
          </a:p>
        </p:txBody>
      </p:sp>
      <p:sp>
        <p:nvSpPr>
          <p:cNvPr id="16" name="">
            <a:extLst xmlns:a="http://schemas.openxmlformats.org/drawingml/2006/main">
              <a:ext uri="{FF2B5EF4-FFF2-40B4-BE49-F238E27FC236}">
                <a16:creationId xmlns:a16="http://schemas.microsoft.com/office/drawing/2014/main" id="{F30B8C4C-BFB6-47E2-BCC1-76108870D066}"/>
              </a:ext>
            </a:extLst>
          </p:cNvPr>
          <p:cNvSpPr>
            <a:spLocks xmlns:a="http://schemas.openxmlformats.org/drawingml/2006/main" noGrp="1"/>
          </p:cNvSpPr>
          <p:nvPr/>
        </p:nvSpPr>
        <p:spPr>
          <a:xfrm xmlns:a="http://schemas.openxmlformats.org/drawingml/2006/main">
            <a:off x="5619750" y="561975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246"/>
          </a:bodyPr>
          <a:lstStyle xmlns:a="http://schemas.openxmlformats.org/drawingml/2006/main"/>
          <a:p xmlns:a="http://schemas.openxmlformats.org/drawingml/2006/main">
            <a:pPr algn="r">
              <a:defRPr sz="1425" b="0">
                <a:solidFill>
                  <a:srgbClr val="5D6B66"/>
                </a:solidFill>
                <a:latin typeface="Noto Sans"/>
                <a:ea typeface="Noto Sans"/>
                <a:cs typeface="Noto Sans"/>
              </a:defRPr>
            </a:pPr>
            <a:r>
              <a:rPr sz="1425" b="0">
                <a:solidFill>
                  <a:srgbClr val="5D6B66"/>
                </a:solidFill>
                <a:latin typeface="Noto Sans"/>
                <a:ea typeface="Noto Sans"/>
                <a:cs typeface="Noto Sans"/>
              </a:rPr>
              <a:t>GVHD: TS. Đoàn Duy</a:t>
            </a:r>
          </a:p>
        </p:txBody>
      </p:sp>
      <p:sp>
        <p:nvSpPr>
          <p:cNvPr id="17" name="">
            <a:extLst xmlns:a="http://schemas.openxmlformats.org/drawingml/2006/main">
              <a:ext uri="{FF2B5EF4-FFF2-40B4-BE49-F238E27FC236}">
                <a16:creationId xmlns:a16="http://schemas.microsoft.com/office/drawing/2014/main" id="{4971ECC2-842F-439A-96F3-82D9C3A19978}"/>
              </a:ext>
            </a:extLst>
          </p:cNvPr>
          <p:cNvSpPr>
            <a:spLocks xmlns:a="http://schemas.openxmlformats.org/drawingml/2006/main" noGrp="1"/>
          </p:cNvSpPr>
          <p:nvPr/>
        </p:nvSpPr>
        <p:spPr>
          <a:xfrm xmlns:a="http://schemas.openxmlformats.org/drawingml/2006/main">
            <a:off x="590550" y="6419850"/>
            <a:ext cx="11010900" cy="0"/>
          </a:xfrm>
          <a:prstGeom xmlns:a="http://schemas.openxmlformats.org/drawingml/2006/main" prst="line">
            <a:avLst/>
          </a:prstGeom>
          <a:noFill xmlns:a="http://schemas.openxmlformats.org/drawingml/2006/main"/>
          <a:ln xmlns:a="http://schemas.openxmlformats.org/drawingml/2006/main" w="9525">
            <a:solidFill>
              <a:srgbClr val="C8D8CF"/>
            </a:solidFill>
          </a:ln>
        </p:spPr>
      </p:sp>
      <p:sp>
        <p:nvSpPr>
          <p:cNvPr id="18" name="">
            <a:extLst xmlns:a="http://schemas.openxmlformats.org/drawingml/2006/main">
              <a:ext uri="{FF2B5EF4-FFF2-40B4-BE49-F238E27FC236}">
                <a16:creationId xmlns:a16="http://schemas.microsoft.com/office/drawing/2014/main" id="{39C3CDC9-0578-4699-ADF1-DC5DB793E1DD}"/>
              </a:ext>
            </a:extLst>
          </p:cNvPr>
          <p:cNvSpPr>
            <a:spLocks xmlns:a="http://schemas.openxmlformats.org/drawingml/2006/main" noGrp="1"/>
          </p:cNvSpPr>
          <p:nvPr/>
        </p:nvSpPr>
        <p:spPr>
          <a:xfrm xmlns:a="http://schemas.openxmlformats.org/drawingml/2006/main">
            <a:off x="628650" y="6477000"/>
            <a:ext cx="638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5D6B66"/>
                </a:solidFill>
                <a:latin typeface="Noto Sans"/>
                <a:ea typeface="Noto Sans"/>
                <a:cs typeface="Noto Sans"/>
              </a:defRPr>
            </a:pPr>
            <a:r>
              <a:rPr sz="900" b="1">
                <a:solidFill>
                  <a:srgbClr val="5D6B66"/>
                </a:solidFill>
                <a:latin typeface="Noto Sans"/>
                <a:ea typeface="Noto Sans"/>
                <a:cs typeface="Noto Sans"/>
              </a:rPr>
              <a:t>CHUNG KẾT CUỘC THI THIẾT KẾ VI MẠCH UIT III</a:t>
            </a:r>
          </a:p>
        </p:txBody>
      </p:sp>
      <p:sp>
        <p:nvSpPr>
          <p:cNvPr id="19" name="">
            <a:extLst xmlns:a="http://schemas.openxmlformats.org/drawingml/2006/main">
              <a:ext uri="{FF2B5EF4-FFF2-40B4-BE49-F238E27FC236}">
                <a16:creationId xmlns:a16="http://schemas.microsoft.com/office/drawing/2014/main" id="{DB716FBF-531F-4B54-8B4A-A03B4000F8A3}"/>
              </a:ext>
            </a:extLst>
          </p:cNvPr>
          <p:cNvSpPr>
            <a:spLocks xmlns:a="http://schemas.openxmlformats.org/drawingml/2006/main" noGrp="1"/>
          </p:cNvSpPr>
          <p:nvPr/>
        </p:nvSpPr>
        <p:spPr>
          <a:xfrm xmlns:a="http://schemas.openxmlformats.org/drawingml/2006/main">
            <a:off x="110680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5D6B66"/>
                </a:solidFill>
                <a:latin typeface="Noto Sans"/>
                <a:ea typeface="Noto Sans"/>
                <a:cs typeface="Noto Sans"/>
              </a:defRPr>
            </a:pPr>
            <a:r>
              <a:rPr sz="975" b="1">
                <a:solidFill>
                  <a:srgbClr val="5D6B66"/>
                </a:solidFill>
                <a:latin typeface="Noto Sans"/>
                <a:ea typeface="Noto Sans"/>
                <a:cs typeface="Noto Sans"/>
              </a:rPr>
              <a:t>1</a:t>
            </a:r>
          </a:p>
        </p:txBody>
      </p:sp>
    </p:spTree>
    <p:extLst>
      <p:ext uri="{BB962C8B-B14F-4D97-AF65-F5344CB8AC3E}">
        <p14:creationId xmlns:p14="http://schemas.microsoft.com/office/powerpoint/2010/main" val="122206072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DEB1BA5-5E84-4ACC-9C98-61E6597B8B44}"/>
              </a:ext>
            </a:extLst>
          </p:cNvPr>
          <p:cNvSpPr>
            <a:spLocks xmlns:a="http://schemas.openxmlformats.org/drawingml/2006/main" noGrp="1"/>
          </p:cNvSpPr>
          <p:nvPr/>
        </p:nvSpPr>
        <p:spPr>
          <a:xfrm xmlns:a="http://schemas.openxmlformats.org/drawingml/2006/main">
            <a:off x="628650" y="32385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619"/>
          </a:bodyPr>
          <a:lstStyle xmlns:a="http://schemas.openxmlformats.org/drawingml/2006/main"/>
          <a:p xmlns:a="http://schemas.openxmlformats.org/drawingml/2006/main">
            <a:pPr>
              <a:defRPr sz="1050" b="1">
                <a:solidFill>
                  <a:srgbClr val="0F6E41"/>
                </a:solidFill>
                <a:latin typeface="Noto Sans"/>
                <a:ea typeface="Noto Sans"/>
                <a:cs typeface="Noto Sans"/>
              </a:defRPr>
            </a:pPr>
            <a:r>
              <a:rPr sz="1050" b="1">
                <a:solidFill>
                  <a:srgbClr val="0F6E41"/>
                </a:solidFill>
                <a:latin typeface="Noto Sans"/>
                <a:ea typeface="Noto Sans"/>
                <a:cs typeface="Noto Sans"/>
              </a:rPr>
              <a:t>02</a:t>
            </a:r>
          </a:p>
        </p:txBody>
      </p:sp>
      <p:sp>
        <p:nvSpPr>
          <p:cNvPr id="2" name="">
            <a:extLst xmlns:a="http://schemas.openxmlformats.org/drawingml/2006/main">
              <a:ext uri="{FF2B5EF4-FFF2-40B4-BE49-F238E27FC236}">
                <a16:creationId xmlns:a16="http://schemas.microsoft.com/office/drawing/2014/main" id="{2DB877EB-CDB4-4115-ADFB-A5A7F58F69DE}"/>
              </a:ext>
            </a:extLst>
          </p:cNvPr>
          <p:cNvSpPr>
            <a:spLocks xmlns:a="http://schemas.openxmlformats.org/drawingml/2006/main" noGrp="1"/>
          </p:cNvSpPr>
          <p:nvPr/>
        </p:nvSpPr>
        <p:spPr>
          <a:xfrm xmlns:a="http://schemas.openxmlformats.org/drawingml/2006/main">
            <a:off x="628650" y="590550"/>
            <a:ext cx="1028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625" b="1">
                <a:solidFill>
                  <a:srgbClr val="17352B"/>
                </a:solidFill>
                <a:latin typeface="Noto Sans"/>
                <a:ea typeface="Noto Sans"/>
                <a:cs typeface="Noto Sans"/>
              </a:defRPr>
            </a:pPr>
            <a:r>
              <a:rPr sz="2625" b="1">
                <a:solidFill>
                  <a:srgbClr val="17352B"/>
                </a:solidFill>
                <a:latin typeface="Noto Sans"/>
                <a:ea typeface="Noto Sans"/>
                <a:cs typeface="Noto Sans"/>
              </a:rPr>
              <a:t>Bài toán và lựa chọn dữ liệu</a:t>
            </a:r>
          </a:p>
        </p:txBody>
      </p:sp>
      <p:sp>
        <p:nvSpPr>
          <p:cNvPr id="3" name="">
            <a:extLst xmlns:a="http://schemas.openxmlformats.org/drawingml/2006/main">
              <a:ext uri="{FF2B5EF4-FFF2-40B4-BE49-F238E27FC236}">
                <a16:creationId xmlns:a16="http://schemas.microsoft.com/office/drawing/2014/main" id="{17B3B22F-12A4-46F6-8820-47AD7B989DF7}"/>
              </a:ext>
            </a:extLst>
          </p:cNvPr>
          <p:cNvSpPr>
            <a:spLocks xmlns:a="http://schemas.openxmlformats.org/drawingml/2006/main" noGrp="1"/>
          </p:cNvSpPr>
          <p:nvPr/>
        </p:nvSpPr>
        <p:spPr>
          <a:xfrm xmlns:a="http://schemas.openxmlformats.org/drawingml/2006/main">
            <a:off x="628650" y="1257300"/>
            <a:ext cx="876300" cy="0"/>
          </a:xfrm>
          <a:prstGeom xmlns:a="http://schemas.openxmlformats.org/drawingml/2006/main" prst="line">
            <a:avLst/>
          </a:prstGeom>
          <a:noFill xmlns:a="http://schemas.openxmlformats.org/drawingml/2006/main"/>
          <a:ln xmlns:a="http://schemas.openxmlformats.org/drawingml/2006/main" w="47625">
            <a:solidFill>
              <a:srgbClr val="0F6E41"/>
            </a:solidFill>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83a786bc480a4146"/>
          <a:stretch xmlns:a="http://schemas.openxmlformats.org/drawingml/2006/main"/>
        </p:blipFill>
        <p:spPr>
          <a:xfrm xmlns:a="http://schemas.openxmlformats.org/drawingml/2006/main">
            <a:off x="11249025" y="228600"/>
            <a:ext cx="476250" cy="476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5F79301-98C0-4318-80C8-8EF0DF64C6EB}"/>
              </a:ext>
            </a:extLst>
          </p:cNvPr>
          <p:cNvSpPr>
            <a:spLocks xmlns:a="http://schemas.openxmlformats.org/drawingml/2006/main" noGrp="1"/>
          </p:cNvSpPr>
          <p:nvPr/>
        </p:nvSpPr>
        <p:spPr>
          <a:xfrm xmlns:a="http://schemas.openxmlformats.org/drawingml/2006/main">
            <a:off x="762000" y="17335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428"/>
          </a:bodyPr>
          <a:lstStyle xmlns:a="http://schemas.openxmlformats.org/drawingml/2006/main"/>
          <a:p xmlns:a="http://schemas.openxmlformats.org/drawingml/2006/main">
            <a:pPr>
              <a:defRPr sz="2100" b="1">
                <a:solidFill>
                  <a:srgbClr val="056839"/>
                </a:solidFill>
                <a:latin typeface="Noto Sans"/>
                <a:ea typeface="Noto Sans"/>
                <a:cs typeface="Noto Sans"/>
              </a:defRPr>
            </a:pPr>
            <a:r>
              <a:rPr sz="2100" b="1">
                <a:solidFill>
                  <a:srgbClr val="056839"/>
                </a:solidFill>
                <a:latin typeface="Noto Sans"/>
                <a:ea typeface="Noto Sans"/>
                <a:cs typeface="Noto Sans"/>
              </a:rPr>
              <a:t>CAMS qua Open-Meteo</a:t>
            </a:r>
          </a:p>
        </p:txBody>
      </p:sp>
      <p:sp>
        <p:nvSpPr>
          <p:cNvPr id="6" name="">
            <a:extLst xmlns:a="http://schemas.openxmlformats.org/drawingml/2006/main">
              <a:ext uri="{FF2B5EF4-FFF2-40B4-BE49-F238E27FC236}">
                <a16:creationId xmlns:a16="http://schemas.microsoft.com/office/drawing/2014/main" id="{BF7B13D5-41CE-41BB-8E96-7A0BF6E7AF9C}"/>
              </a:ext>
            </a:extLst>
          </p:cNvPr>
          <p:cNvSpPr>
            <a:spLocks xmlns:a="http://schemas.openxmlformats.org/drawingml/2006/main" noGrp="1"/>
          </p:cNvSpPr>
          <p:nvPr/>
        </p:nvSpPr>
        <p:spPr>
          <a:xfrm xmlns:a="http://schemas.openxmlformats.org/drawingml/2006/main">
            <a:off x="781050" y="2305050"/>
            <a:ext cx="4095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a:solidFill>
                  <a:srgbClr val="17352B"/>
                </a:solidFill>
                <a:latin typeface="Noto Sans"/>
                <a:ea typeface="Noto Sans"/>
                <a:cs typeface="Noto Sans"/>
              </a:defRPr>
            </a:pPr>
            <a:r>
              <a:rPr sz="1650" b="0">
                <a:solidFill>
                  <a:srgbClr val="17352B"/>
                </a:solidFill>
                <a:latin typeface="Noto Sans"/>
                <a:ea typeface="Noto Sans"/>
                <a:cs typeface="Noto Sans"/>
              </a:rPr>
              <a:t>Tín hiệu nền theo giờ</a:t>
            </a:r>
          </a:p>
          <a:p xmlns:a="http://schemas.openxmlformats.org/drawingml/2006/main">
            <a:pPr>
              <a:defRPr sz="1650" b="0">
                <a:solidFill>
                  <a:srgbClr val="17352B"/>
                </a:solidFill>
                <a:latin typeface="Noto Sans"/>
                <a:ea typeface="Noto Sans"/>
                <a:cs typeface="Noto Sans"/>
              </a:defRPr>
            </a:pPr>
            <a:r>
              <a:rPr sz="1650" b="0">
                <a:solidFill>
                  <a:srgbClr val="17352B"/>
                </a:solidFill>
                <a:latin typeface="Noto Sans"/>
                <a:ea typeface="Noto Sans"/>
                <a:cs typeface="Noto Sans"/>
              </a:rPr>
              <a:t>Bao phủ khoảng thời gian dài</a:t>
            </a:r>
          </a:p>
          <a:p xmlns:a="http://schemas.openxmlformats.org/drawingml/2006/main">
            <a:pPr>
              <a:defRPr sz="1650" b="0">
                <a:solidFill>
                  <a:srgbClr val="17352B"/>
                </a:solidFill>
                <a:latin typeface="Noto Sans"/>
                <a:ea typeface="Noto Sans"/>
                <a:cs typeface="Noto Sans"/>
              </a:defRPr>
            </a:pPr>
            <a:r>
              <a:rPr sz="1650" b="0">
                <a:solidFill>
                  <a:srgbClr val="17352B"/>
                </a:solidFill>
                <a:latin typeface="Noto Sans"/>
                <a:ea typeface="Noto Sans"/>
                <a:cs typeface="Noto Sans"/>
              </a:rPr>
              <a:t>Có thể lệch điều kiện tại vị trí đo</a:t>
            </a:r>
          </a:p>
        </p:txBody>
      </p:sp>
      <p:sp>
        <p:nvSpPr>
          <p:cNvPr id="7" name="">
            <a:extLst xmlns:a="http://schemas.openxmlformats.org/drawingml/2006/main">
              <a:ext uri="{FF2B5EF4-FFF2-40B4-BE49-F238E27FC236}">
                <a16:creationId xmlns:a16="http://schemas.microsoft.com/office/drawing/2014/main" id="{0AB7E022-2B75-4A7C-9479-26116DC8F071}"/>
              </a:ext>
            </a:extLst>
          </p:cNvPr>
          <p:cNvSpPr>
            <a:spLocks xmlns:a="http://schemas.openxmlformats.org/drawingml/2006/main" noGrp="1"/>
          </p:cNvSpPr>
          <p:nvPr/>
        </p:nvSpPr>
        <p:spPr>
          <a:xfrm xmlns:a="http://schemas.openxmlformats.org/drawingml/2006/main">
            <a:off x="7334250" y="17335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428"/>
          </a:bodyPr>
          <a:lstStyle xmlns:a="http://schemas.openxmlformats.org/drawingml/2006/main"/>
          <a:p xmlns:a="http://schemas.openxmlformats.org/drawingml/2006/main">
            <a:pPr>
              <a:defRPr sz="2100" b="1">
                <a:solidFill>
                  <a:srgbClr val="0F6E41"/>
                </a:solidFill>
                <a:latin typeface="Noto Sans"/>
                <a:ea typeface="Noto Sans"/>
                <a:cs typeface="Noto Sans"/>
              </a:defRPr>
            </a:pPr>
            <a:r>
              <a:rPr sz="2100" b="1">
                <a:solidFill>
                  <a:srgbClr val="0F6E41"/>
                </a:solidFill>
                <a:latin typeface="Noto Sans"/>
                <a:ea typeface="Noto Sans"/>
                <a:cs typeface="Noto Sans"/>
              </a:rPr>
              <a:t>PurpleAir tại VNU-HCM</a:t>
            </a:r>
          </a:p>
        </p:txBody>
      </p:sp>
      <p:sp>
        <p:nvSpPr>
          <p:cNvPr id="8" name="">
            <a:extLst xmlns:a="http://schemas.openxmlformats.org/drawingml/2006/main">
              <a:ext uri="{FF2B5EF4-FFF2-40B4-BE49-F238E27FC236}">
                <a16:creationId xmlns:a16="http://schemas.microsoft.com/office/drawing/2014/main" id="{DF58EDB7-B970-4C26-BB26-9DCF7E488AE7}"/>
              </a:ext>
            </a:extLst>
          </p:cNvPr>
          <p:cNvSpPr>
            <a:spLocks xmlns:a="http://schemas.openxmlformats.org/drawingml/2006/main" noGrp="1"/>
          </p:cNvSpPr>
          <p:nvPr/>
        </p:nvSpPr>
        <p:spPr>
          <a:xfrm xmlns:a="http://schemas.openxmlformats.org/drawingml/2006/main">
            <a:off x="7353300" y="2305050"/>
            <a:ext cx="4095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a:solidFill>
                  <a:srgbClr val="17352B"/>
                </a:solidFill>
                <a:latin typeface="Noto Sans"/>
                <a:ea typeface="Noto Sans"/>
                <a:cs typeface="Noto Sans"/>
              </a:defRPr>
            </a:pPr>
            <a:r>
              <a:rPr sz="1650" b="0">
                <a:solidFill>
                  <a:srgbClr val="17352B"/>
                </a:solidFill>
                <a:latin typeface="Noto Sans"/>
                <a:ea typeface="Noto Sans"/>
                <a:cs typeface="Noto Sans"/>
              </a:rPr>
              <a:t>Quan sát cục bộ mỗi 10 phút</a:t>
            </a:r>
          </a:p>
          <a:p xmlns:a="http://schemas.openxmlformats.org/drawingml/2006/main">
            <a:pPr>
              <a:defRPr sz="1650" b="0">
                <a:solidFill>
                  <a:srgbClr val="17352B"/>
                </a:solidFill>
                <a:latin typeface="Noto Sans"/>
                <a:ea typeface="Noto Sans"/>
                <a:cs typeface="Noto Sans"/>
              </a:defRPr>
            </a:pPr>
            <a:r>
              <a:rPr sz="1650" b="0">
                <a:solidFill>
                  <a:srgbClr val="17352B"/>
                </a:solidFill>
                <a:latin typeface="Noto Sans"/>
                <a:ea typeface="Noto Sans"/>
                <a:cs typeface="Noto Sans"/>
              </a:rPr>
              <a:t>Phản ánh nhanh tại vị trí cảm biến</a:t>
            </a:r>
          </a:p>
          <a:p xmlns:a="http://schemas.openxmlformats.org/drawingml/2006/main">
            <a:pPr>
              <a:defRPr sz="1650" b="0">
                <a:solidFill>
                  <a:srgbClr val="17352B"/>
                </a:solidFill>
                <a:latin typeface="Noto Sans"/>
                <a:ea typeface="Noto Sans"/>
                <a:cs typeface="Noto Sans"/>
              </a:defRPr>
            </a:pPr>
            <a:r>
              <a:rPr sz="1650" b="0">
                <a:solidFill>
                  <a:srgbClr val="17352B"/>
                </a:solidFill>
                <a:latin typeface="Noto Sans"/>
                <a:ea typeface="Noto Sans"/>
                <a:cs typeface="Noto Sans"/>
              </a:rPr>
              <a:t>Cần kiểm tra độ lệch giữa hai kênh A/B</a:t>
            </a:r>
          </a:p>
        </p:txBody>
      </p:sp>
      <p:sp>
        <p:nvSpPr>
          <p:cNvPr id="9" name="">
            <a:extLst xmlns:a="http://schemas.openxmlformats.org/drawingml/2006/main">
              <a:ext uri="{FF2B5EF4-FFF2-40B4-BE49-F238E27FC236}">
                <a16:creationId xmlns:a16="http://schemas.microsoft.com/office/drawing/2014/main" id="{83CF6FE9-F9B4-46C3-8A4D-104375311246}"/>
              </a:ext>
            </a:extLst>
          </p:cNvPr>
          <p:cNvSpPr>
            <a:spLocks xmlns:a="http://schemas.openxmlformats.org/drawingml/2006/main" noGrp="1"/>
          </p:cNvSpPr>
          <p:nvPr/>
        </p:nvSpPr>
        <p:spPr>
          <a:xfrm xmlns:a="http://schemas.openxmlformats.org/drawingml/2006/main">
            <a:off x="6096000" y="1619250"/>
            <a:ext cx="0" cy="2400300"/>
          </a:xfrm>
          <a:prstGeom xmlns:a="http://schemas.openxmlformats.org/drawingml/2006/main" prst="line">
            <a:avLst/>
          </a:prstGeom>
          <a:noFill xmlns:a="http://schemas.openxmlformats.org/drawingml/2006/main"/>
          <a:ln xmlns:a="http://schemas.openxmlformats.org/drawingml/2006/main" w="19050">
            <a:solidFill>
              <a:srgbClr val="C8D8CF"/>
            </a:solidFill>
          </a:ln>
        </p:spPr>
      </p:sp>
      <p:sp>
        <p:nvSpPr>
          <p:cNvPr id="10" name="">
            <a:extLst xmlns:a="http://schemas.openxmlformats.org/drawingml/2006/main">
              <a:ext uri="{FF2B5EF4-FFF2-40B4-BE49-F238E27FC236}">
                <a16:creationId xmlns:a16="http://schemas.microsoft.com/office/drawing/2014/main" id="{B597CA31-41F5-4CC6-88E9-F1625726F99D}"/>
              </a:ext>
            </a:extLst>
          </p:cNvPr>
          <p:cNvSpPr>
            <a:spLocks xmlns:a="http://schemas.openxmlformats.org/drawingml/2006/main" noGrp="1"/>
          </p:cNvSpPr>
          <p:nvPr/>
        </p:nvSpPr>
        <p:spPr>
          <a:xfrm xmlns:a="http://schemas.openxmlformats.org/drawingml/2006/main">
            <a:off x="1524000" y="4191000"/>
            <a:ext cx="2190750" cy="723900"/>
          </a:xfrm>
          <a:prstGeom xmlns:a="http://schemas.openxmlformats.org/drawingml/2006/main" prst="roundRect">
            <a:avLst>
              <a:gd name="adj" fmla="val 18421"/>
            </a:avLst>
          </a:prstGeom>
          <a:solidFill xmlns:a="http://schemas.openxmlformats.org/drawingml/2006/main">
            <a:srgbClr val="EAF5EF"/>
          </a:solidFill>
          <a:ln xmlns:a="http://schemas.openxmlformats.org/drawingml/2006/main" w="19050">
            <a:solidFill>
              <a:srgbClr val="056839"/>
            </a:solidFill>
          </a:ln>
        </p:spPr>
      </p:sp>
      <p:sp>
        <p:nvSpPr>
          <p:cNvPr id="11" name="">
            <a:extLst xmlns:a="http://schemas.openxmlformats.org/drawingml/2006/main">
              <a:ext uri="{FF2B5EF4-FFF2-40B4-BE49-F238E27FC236}">
                <a16:creationId xmlns:a16="http://schemas.microsoft.com/office/drawing/2014/main" id="{D3B61A6D-7C8F-42CF-AA09-A80F179F4715}"/>
              </a:ext>
            </a:extLst>
          </p:cNvPr>
          <p:cNvSpPr>
            <a:spLocks xmlns:a="http://schemas.openxmlformats.org/drawingml/2006/main" noGrp="1"/>
          </p:cNvSpPr>
          <p:nvPr/>
        </p:nvSpPr>
        <p:spPr>
          <a:xfrm xmlns:a="http://schemas.openxmlformats.org/drawingml/2006/main">
            <a:off x="4857750" y="4038600"/>
            <a:ext cx="2476500" cy="1028700"/>
          </a:xfrm>
          <a:prstGeom xmlns:a="http://schemas.openxmlformats.org/drawingml/2006/main" prst="roundRect">
            <a:avLst>
              <a:gd name="adj" fmla="val 14815"/>
            </a:avLst>
          </a:prstGeom>
          <a:solidFill xmlns:a="http://schemas.openxmlformats.org/drawingml/2006/main">
            <a:srgbClr val="056839"/>
          </a:solidFill>
          <a:ln xmlns:a="http://schemas.openxmlformats.org/drawingml/2006/main" w="19050">
            <a:solidFill>
              <a:srgbClr val="056839"/>
            </a:solidFill>
          </a:ln>
        </p:spPr>
      </p:sp>
      <p:sp>
        <p:nvSpPr>
          <p:cNvPr id="12" name="">
            <a:extLst xmlns:a="http://schemas.openxmlformats.org/drawingml/2006/main">
              <a:ext uri="{FF2B5EF4-FFF2-40B4-BE49-F238E27FC236}">
                <a16:creationId xmlns:a16="http://schemas.microsoft.com/office/drawing/2014/main" id="{9E2D72AF-3B40-4FBD-A7EA-412FA4FFC960}"/>
              </a:ext>
            </a:extLst>
          </p:cNvPr>
          <p:cNvSpPr>
            <a:spLocks xmlns:a="http://schemas.openxmlformats.org/drawingml/2006/main" noGrp="1"/>
          </p:cNvSpPr>
          <p:nvPr/>
        </p:nvSpPr>
        <p:spPr>
          <a:xfrm xmlns:a="http://schemas.openxmlformats.org/drawingml/2006/main">
            <a:off x="8477250" y="4191000"/>
            <a:ext cx="2190750" cy="723900"/>
          </a:xfrm>
          <a:prstGeom xmlns:a="http://schemas.openxmlformats.org/drawingml/2006/main" prst="roundRect">
            <a:avLst>
              <a:gd name="adj" fmla="val 18421"/>
            </a:avLst>
          </a:prstGeom>
          <a:solidFill xmlns:a="http://schemas.openxmlformats.org/drawingml/2006/main">
            <a:srgbClr val="EAF5EF"/>
          </a:solidFill>
          <a:ln xmlns:a="http://schemas.openxmlformats.org/drawingml/2006/main" w="19050">
            <a:solidFill>
              <a:srgbClr val="0F6E41"/>
            </a:solidFill>
          </a:ln>
        </p:spPr>
      </p:sp>
      <p:sp>
        <p:nvSpPr>
          <p:cNvPr id="13" name="">
            <a:extLst xmlns:a="http://schemas.openxmlformats.org/drawingml/2006/main">
              <a:ext uri="{FF2B5EF4-FFF2-40B4-BE49-F238E27FC236}">
                <a16:creationId xmlns:a16="http://schemas.microsoft.com/office/drawing/2014/main" id="{143431F9-01F1-4B45-B3EE-5A6E6BF1B0A1}"/>
              </a:ext>
            </a:extLst>
          </p:cNvPr>
          <p:cNvSpPr>
            <a:spLocks xmlns:a="http://schemas.openxmlformats.org/drawingml/2006/main" noGrp="1"/>
          </p:cNvSpPr>
          <p:nvPr/>
        </p:nvSpPr>
        <p:spPr>
          <a:xfrm xmlns:a="http://schemas.openxmlformats.org/drawingml/2006/main">
            <a:off x="1762125" y="4371975"/>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17352B"/>
                </a:solidFill>
                <a:latin typeface="Noto Sans"/>
                <a:ea typeface="Noto Sans"/>
                <a:cs typeface="Noto Sans"/>
              </a:defRPr>
            </a:pPr>
            <a:r>
              <a:rPr sz="1650" b="1">
                <a:solidFill>
                  <a:srgbClr val="17352B"/>
                </a:solidFill>
                <a:latin typeface="Noto Sans"/>
                <a:ea typeface="Noto Sans"/>
                <a:cs typeface="Noto Sans"/>
              </a:rPr>
              <a:t>Tín hiệu nền</a:t>
            </a:r>
          </a:p>
        </p:txBody>
      </p:sp>
      <p:sp>
        <p:nvSpPr>
          <p:cNvPr id="14" name="">
            <a:extLst xmlns:a="http://schemas.openxmlformats.org/drawingml/2006/main">
              <a:ext uri="{FF2B5EF4-FFF2-40B4-BE49-F238E27FC236}">
                <a16:creationId xmlns:a16="http://schemas.microsoft.com/office/drawing/2014/main" id="{1B82E7EE-2FF8-4D5B-A6C3-428DB4E23AA4}"/>
              </a:ext>
            </a:extLst>
          </p:cNvPr>
          <p:cNvSpPr>
            <a:spLocks xmlns:a="http://schemas.openxmlformats.org/drawingml/2006/main" noGrp="1"/>
          </p:cNvSpPr>
          <p:nvPr/>
        </p:nvSpPr>
        <p:spPr>
          <a:xfrm xmlns:a="http://schemas.openxmlformats.org/drawingml/2006/main">
            <a:off x="5095875" y="4210050"/>
            <a:ext cx="2000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98"/>
          </a:bodyPr>
          <a:lstStyle xmlns:a="http://schemas.openxmlformats.org/drawingml/2006/main"/>
          <a:p xmlns:a="http://schemas.openxmlformats.org/drawingml/2006/main">
            <a:pPr algn="ctr">
              <a:defRPr sz="1800" b="1">
                <a:solidFill>
                  <a:srgbClr val="FFFFFF"/>
                </a:solidFill>
                <a:latin typeface="Noto Sans"/>
                <a:ea typeface="Noto Sans"/>
                <a:cs typeface="Noto Sans"/>
              </a:defRPr>
            </a:pPr>
            <a:r>
              <a:rPr sz="1800" b="1">
                <a:solidFill>
                  <a:srgbClr val="FFFFFF"/>
                </a:solidFill>
                <a:latin typeface="Noto Sans"/>
                <a:ea typeface="Noto Sans"/>
                <a:cs typeface="Noto Sans"/>
              </a:rPr>
              <a:t>Hiệu chỉnh độ lệch</a:t>
            </a:r>
          </a:p>
          <a:p xmlns:a="http://schemas.openxmlformats.org/drawingml/2006/main">
            <a:pPr algn="ctr">
              <a:defRPr sz="1800" b="1">
                <a:solidFill>
                  <a:srgbClr val="FFFFFF"/>
                </a:solidFill>
                <a:latin typeface="Noto Sans"/>
                <a:ea typeface="Noto Sans"/>
                <a:cs typeface="Noto Sans"/>
              </a:defRPr>
            </a:pPr>
            <a:r>
              <a:rPr sz="1800" b="1">
                <a:solidFill>
                  <a:srgbClr val="FFFFFF"/>
                </a:solidFill>
                <a:latin typeface="Noto Sans"/>
                <a:ea typeface="Noto Sans"/>
                <a:cs typeface="Noto Sans"/>
              </a:rPr>
              <a:t>thích nghi</a:t>
            </a:r>
          </a:p>
        </p:txBody>
      </p:sp>
      <p:sp>
        <p:nvSpPr>
          <p:cNvPr id="15" name="">
            <a:extLst xmlns:a="http://schemas.openxmlformats.org/drawingml/2006/main">
              <a:ext uri="{FF2B5EF4-FFF2-40B4-BE49-F238E27FC236}">
                <a16:creationId xmlns:a16="http://schemas.microsoft.com/office/drawing/2014/main" id="{DDBFA4E6-1163-4ED9-BB3D-22A6B04023B4}"/>
              </a:ext>
            </a:extLst>
          </p:cNvPr>
          <p:cNvSpPr>
            <a:spLocks xmlns:a="http://schemas.openxmlformats.org/drawingml/2006/main" noGrp="1"/>
          </p:cNvSpPr>
          <p:nvPr/>
        </p:nvSpPr>
        <p:spPr>
          <a:xfrm xmlns:a="http://schemas.openxmlformats.org/drawingml/2006/main">
            <a:off x="8686800" y="4371975"/>
            <a:ext cx="1771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830"/>
          </a:bodyPr>
          <a:lstStyle xmlns:a="http://schemas.openxmlformats.org/drawingml/2006/main"/>
          <a:p xmlns:a="http://schemas.openxmlformats.org/drawingml/2006/main">
            <a:pPr algn="ctr">
              <a:defRPr sz="1650" b="1">
                <a:solidFill>
                  <a:srgbClr val="17352B"/>
                </a:solidFill>
                <a:latin typeface="Noto Sans"/>
                <a:ea typeface="Noto Sans"/>
                <a:cs typeface="Noto Sans"/>
              </a:defRPr>
            </a:pPr>
            <a:r>
              <a:rPr sz="1650" b="1">
                <a:solidFill>
                  <a:srgbClr val="17352B"/>
                </a:solidFill>
                <a:latin typeface="Noto Sans"/>
                <a:ea typeface="Noto Sans"/>
                <a:cs typeface="Noto Sans"/>
              </a:rPr>
              <a:t>Quan sát đạt QC</a:t>
            </a:r>
          </a:p>
        </p:txBody>
      </p:sp>
      <p:cxnSp>
        <p:nvCxnSpPr>
          <p:cNvPr id="37" name=""/>
          <p:cNvCxnSpPr>
            <a:stCxn xmlns:a="http://schemas.openxmlformats.org/drawingml/2006/main" id="10" idx="3"/>
            <a:endCxn xmlns:a="http://schemas.openxmlformats.org/drawingml/2006/main" id="11" idx="1"/>
          </p:cNvCxnSpPr>
          <p:nvPr/>
        </p:nvCxnSpPr>
        <p:spPr>
          <a:xfrm xmlns:a="http://schemas.openxmlformats.org/drawingml/2006/main">
            <a:off x="3714750" y="4552950"/>
            <a:ext cx="1143000" cy="0"/>
          </a:xfrm>
          <a:prstGeom xmlns:a="http://schemas.openxmlformats.org/drawingml/2006/main" prst="straightConnector1">
            <a:avLst/>
          </a:prstGeom>
          <a:ln xmlns:a="http://schemas.openxmlformats.org/drawingml/2006/main" w="28575">
            <a:solidFill>
              <a:srgbClr val="0F6E41"/>
            </a:solidFill>
            <a:tailEnd type="arrow" w="med" len="med"/>
          </a:ln>
        </p:spPr>
      </p:cxnSp>
      <p:cxnSp>
        <p:nvCxnSpPr>
          <p:cNvPr id="38" name=""/>
          <p:cNvCxnSpPr>
            <a:stCxn xmlns:a="http://schemas.openxmlformats.org/drawingml/2006/main" id="12" idx="1"/>
            <a:endCxn xmlns:a="http://schemas.openxmlformats.org/drawingml/2006/main" id="11" idx="3"/>
          </p:cNvCxnSpPr>
          <p:nvPr/>
        </p:nvCxnSpPr>
        <p:spPr>
          <a:xfrm xmlns:a="http://schemas.openxmlformats.org/drawingml/2006/main" flipH="1">
            <a:off x="7334250" y="4552950"/>
            <a:ext cx="1143000" cy="0"/>
          </a:xfrm>
          <a:prstGeom xmlns:a="http://schemas.openxmlformats.org/drawingml/2006/main" prst="straightConnector1">
            <a:avLst/>
          </a:prstGeom>
          <a:ln xmlns:a="http://schemas.openxmlformats.org/drawingml/2006/main" w="28575">
            <a:solidFill>
              <a:srgbClr val="0F6E41"/>
            </a:solidFill>
            <a:tailEnd type="arrow" w="med" len="med"/>
          </a:ln>
        </p:spPr>
      </p:cxnSp>
      <p:sp>
        <p:nvSpPr>
          <p:cNvPr id="18" name="">
            <a:extLst xmlns:a="http://schemas.openxmlformats.org/drawingml/2006/main">
              <a:ext uri="{FF2B5EF4-FFF2-40B4-BE49-F238E27FC236}">
                <a16:creationId xmlns:a16="http://schemas.microsoft.com/office/drawing/2014/main" id="{6CDC1621-7CBF-4B55-B62E-D6809CC4AF3B}"/>
              </a:ext>
            </a:extLst>
          </p:cNvPr>
          <p:cNvSpPr>
            <a:spLocks xmlns:a="http://schemas.openxmlformats.org/drawingml/2006/main" noGrp="1"/>
          </p:cNvSpPr>
          <p:nvPr/>
        </p:nvSpPr>
        <p:spPr>
          <a:xfrm xmlns:a="http://schemas.openxmlformats.org/drawingml/2006/main">
            <a:off x="1485900" y="5467350"/>
            <a:ext cx="922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875" b="1">
                <a:solidFill>
                  <a:srgbClr val="056839"/>
                </a:solidFill>
                <a:latin typeface="Noto Sans"/>
                <a:ea typeface="Noto Sans"/>
                <a:cs typeface="Noto Sans"/>
              </a:defRPr>
            </a:pPr>
            <a:r>
              <a:rPr sz="1875" b="1">
                <a:solidFill>
                  <a:srgbClr val="056839"/>
                </a:solidFill>
                <a:latin typeface="Noto Sans"/>
                <a:ea typeface="Noto Sans"/>
                <a:cs typeface="Noto Sans"/>
              </a:rPr>
              <a:t>CAMS duy trì đầu ra. PurpleAir chỉ thay đổi trạng thái khi dữ liệu đạt QC.</a:t>
            </a:r>
          </a:p>
        </p:txBody>
      </p:sp>
      <p:sp>
        <p:nvSpPr>
          <p:cNvPr id="19" name="">
            <a:extLst xmlns:a="http://schemas.openxmlformats.org/drawingml/2006/main">
              <a:ext uri="{FF2B5EF4-FFF2-40B4-BE49-F238E27FC236}">
                <a16:creationId xmlns:a16="http://schemas.microsoft.com/office/drawing/2014/main" id="{9E24BA41-7B5E-4670-ABB4-FFA38FF50A88}"/>
              </a:ext>
            </a:extLst>
          </p:cNvPr>
          <p:cNvSpPr>
            <a:spLocks xmlns:a="http://schemas.openxmlformats.org/drawingml/2006/main" noGrp="1"/>
          </p:cNvSpPr>
          <p:nvPr/>
        </p:nvSpPr>
        <p:spPr>
          <a:xfrm xmlns:a="http://schemas.openxmlformats.org/drawingml/2006/main">
            <a:off x="590550" y="6419850"/>
            <a:ext cx="11010900" cy="0"/>
          </a:xfrm>
          <a:prstGeom xmlns:a="http://schemas.openxmlformats.org/drawingml/2006/main" prst="line">
            <a:avLst/>
          </a:prstGeom>
          <a:noFill xmlns:a="http://schemas.openxmlformats.org/drawingml/2006/main"/>
          <a:ln xmlns:a="http://schemas.openxmlformats.org/drawingml/2006/main" w="9525">
            <a:solidFill>
              <a:srgbClr val="C8D8CF"/>
            </a:solidFill>
          </a:ln>
        </p:spPr>
      </p:sp>
      <p:sp>
        <p:nvSpPr>
          <p:cNvPr id="20" name="">
            <a:extLst xmlns:a="http://schemas.openxmlformats.org/drawingml/2006/main">
              <a:ext uri="{FF2B5EF4-FFF2-40B4-BE49-F238E27FC236}">
                <a16:creationId xmlns:a16="http://schemas.microsoft.com/office/drawing/2014/main" id="{152CCFEF-A563-4ABE-B017-717498177C22}"/>
              </a:ext>
            </a:extLst>
          </p:cNvPr>
          <p:cNvSpPr>
            <a:spLocks xmlns:a="http://schemas.openxmlformats.org/drawingml/2006/main" noGrp="1"/>
          </p:cNvSpPr>
          <p:nvPr/>
        </p:nvSpPr>
        <p:spPr>
          <a:xfrm xmlns:a="http://schemas.openxmlformats.org/drawingml/2006/main">
            <a:off x="628650" y="6477000"/>
            <a:ext cx="638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5D6B66"/>
                </a:solidFill>
                <a:latin typeface="Noto Sans"/>
                <a:ea typeface="Noto Sans"/>
                <a:cs typeface="Noto Sans"/>
              </a:defRPr>
            </a:pPr>
            <a:r>
              <a:rPr sz="900" b="1">
                <a:solidFill>
                  <a:srgbClr val="5D6B66"/>
                </a:solidFill>
                <a:latin typeface="Noto Sans"/>
                <a:ea typeface="Noto Sans"/>
                <a:cs typeface="Noto Sans"/>
              </a:rPr>
              <a:t>CHUNG KẾT CUỘC THI THIẾT KẾ VI MẠCH UIT III</a:t>
            </a:r>
          </a:p>
        </p:txBody>
      </p:sp>
      <p:sp>
        <p:nvSpPr>
          <p:cNvPr id="21" name="">
            <a:extLst xmlns:a="http://schemas.openxmlformats.org/drawingml/2006/main">
              <a:ext uri="{FF2B5EF4-FFF2-40B4-BE49-F238E27FC236}">
                <a16:creationId xmlns:a16="http://schemas.microsoft.com/office/drawing/2014/main" id="{BC3923B4-C640-480D-8E42-3391C5D4A2B2}"/>
              </a:ext>
            </a:extLst>
          </p:cNvPr>
          <p:cNvSpPr>
            <a:spLocks xmlns:a="http://schemas.openxmlformats.org/drawingml/2006/main" noGrp="1"/>
          </p:cNvSpPr>
          <p:nvPr/>
        </p:nvSpPr>
        <p:spPr>
          <a:xfrm xmlns:a="http://schemas.openxmlformats.org/drawingml/2006/main">
            <a:off x="110680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5D6B66"/>
                </a:solidFill>
                <a:latin typeface="Noto Sans"/>
                <a:ea typeface="Noto Sans"/>
                <a:cs typeface="Noto Sans"/>
              </a:defRPr>
            </a:pPr>
            <a:r>
              <a:rPr sz="975" b="1">
                <a:solidFill>
                  <a:srgbClr val="5D6B66"/>
                </a:solidFill>
                <a:latin typeface="Noto Sans"/>
                <a:ea typeface="Noto Sans"/>
                <a:cs typeface="Noto Sans"/>
              </a:rPr>
              <a:t>2</a:t>
            </a:r>
          </a:p>
        </p:txBody>
      </p:sp>
    </p:spTree>
    <p:extLst>
      <p:ext uri="{BB962C8B-B14F-4D97-AF65-F5344CB8AC3E}">
        <p14:creationId xmlns:p14="http://schemas.microsoft.com/office/powerpoint/2010/main" val="14749549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6F23DCEC-E94C-4E91-BD9E-45E4752ECDAE}"/>
              </a:ext>
            </a:extLst>
          </p:cNvPr>
          <p:cNvSpPr>
            <a:spLocks xmlns:a="http://schemas.openxmlformats.org/drawingml/2006/main" noGrp="1"/>
          </p:cNvSpPr>
          <p:nvPr/>
        </p:nvSpPr>
        <p:spPr>
          <a:xfrm xmlns:a="http://schemas.openxmlformats.org/drawingml/2006/main">
            <a:off x="628650" y="32385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619"/>
          </a:bodyPr>
          <a:lstStyle xmlns:a="http://schemas.openxmlformats.org/drawingml/2006/main"/>
          <a:p xmlns:a="http://schemas.openxmlformats.org/drawingml/2006/main">
            <a:pPr>
              <a:defRPr sz="1050" b="1">
                <a:solidFill>
                  <a:srgbClr val="0F6E41"/>
                </a:solidFill>
                <a:latin typeface="Noto Sans"/>
                <a:ea typeface="Noto Sans"/>
                <a:cs typeface="Noto Sans"/>
              </a:defRPr>
            </a:pPr>
            <a:r>
              <a:rPr sz="1050" b="1">
                <a:solidFill>
                  <a:srgbClr val="0F6E41"/>
                </a:solidFill>
                <a:latin typeface="Noto Sans"/>
                <a:ea typeface="Noto Sans"/>
                <a:cs typeface="Noto Sans"/>
              </a:rPr>
              <a:t>03</a:t>
            </a:r>
          </a:p>
        </p:txBody>
      </p:sp>
      <p:sp>
        <p:nvSpPr>
          <p:cNvPr id="2" name="">
            <a:extLst xmlns:a="http://schemas.openxmlformats.org/drawingml/2006/main">
              <a:ext uri="{FF2B5EF4-FFF2-40B4-BE49-F238E27FC236}">
                <a16:creationId xmlns:a16="http://schemas.microsoft.com/office/drawing/2014/main" id="{FC390DA7-7FC9-4EFA-B5F9-D841232194A4}"/>
              </a:ext>
            </a:extLst>
          </p:cNvPr>
          <p:cNvSpPr>
            <a:spLocks xmlns:a="http://schemas.openxmlformats.org/drawingml/2006/main" noGrp="1"/>
          </p:cNvSpPr>
          <p:nvPr/>
        </p:nvSpPr>
        <p:spPr>
          <a:xfrm xmlns:a="http://schemas.openxmlformats.org/drawingml/2006/main">
            <a:off x="628650" y="590550"/>
            <a:ext cx="1028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625" b="1">
                <a:solidFill>
                  <a:srgbClr val="17352B"/>
                </a:solidFill>
                <a:latin typeface="Noto Sans"/>
                <a:ea typeface="Noto Sans"/>
                <a:cs typeface="Noto Sans"/>
              </a:defRPr>
            </a:pPr>
            <a:r>
              <a:rPr sz="2625" b="1">
                <a:solidFill>
                  <a:srgbClr val="17352B"/>
                </a:solidFill>
                <a:latin typeface="Noto Sans"/>
                <a:ea typeface="Noto Sans"/>
                <a:cs typeface="Noto Sans"/>
              </a:rPr>
              <a:t>Kiến trúc hệ thống</a:t>
            </a:r>
          </a:p>
        </p:txBody>
      </p:sp>
      <p:sp>
        <p:nvSpPr>
          <p:cNvPr id="3" name="">
            <a:extLst xmlns:a="http://schemas.openxmlformats.org/drawingml/2006/main">
              <a:ext uri="{FF2B5EF4-FFF2-40B4-BE49-F238E27FC236}">
                <a16:creationId xmlns:a16="http://schemas.microsoft.com/office/drawing/2014/main" id="{AFC02310-929A-4610-9515-56886405548B}"/>
              </a:ext>
            </a:extLst>
          </p:cNvPr>
          <p:cNvSpPr>
            <a:spLocks xmlns:a="http://schemas.openxmlformats.org/drawingml/2006/main" noGrp="1"/>
          </p:cNvSpPr>
          <p:nvPr/>
        </p:nvSpPr>
        <p:spPr>
          <a:xfrm xmlns:a="http://schemas.openxmlformats.org/drawingml/2006/main">
            <a:off x="628650" y="1257300"/>
            <a:ext cx="876300" cy="0"/>
          </a:xfrm>
          <a:prstGeom xmlns:a="http://schemas.openxmlformats.org/drawingml/2006/main" prst="line">
            <a:avLst/>
          </a:prstGeom>
          <a:noFill xmlns:a="http://schemas.openxmlformats.org/drawingml/2006/main"/>
          <a:ln xmlns:a="http://schemas.openxmlformats.org/drawingml/2006/main" w="47625">
            <a:solidFill>
              <a:srgbClr val="0F6E41"/>
            </a:solidFill>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9a59ca0bcd4749d6"/>
          <a:stretch xmlns:a="http://schemas.openxmlformats.org/drawingml/2006/main"/>
        </p:blipFill>
        <p:spPr>
          <a:xfrm xmlns:a="http://schemas.openxmlformats.org/drawingml/2006/main">
            <a:off x="11249025" y="228600"/>
            <a:ext cx="476250" cy="476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20189E5-4E34-4B19-9909-90CD0871A889}"/>
              </a:ext>
            </a:extLst>
          </p:cNvPr>
          <p:cNvSpPr>
            <a:spLocks xmlns:a="http://schemas.openxmlformats.org/drawingml/2006/main" noGrp="1"/>
          </p:cNvSpPr>
          <p:nvPr/>
        </p:nvSpPr>
        <p:spPr>
          <a:xfrm xmlns:a="http://schemas.openxmlformats.org/drawingml/2006/main">
            <a:off x="609600" y="1581150"/>
            <a:ext cx="7867650" cy="3333750"/>
          </a:xfrm>
          <a:prstGeom xmlns:a="http://schemas.openxmlformats.org/drawingml/2006/main" prst="roundRect">
            <a:avLst>
              <a:gd name="adj" fmla="val 5143"/>
            </a:avLst>
          </a:prstGeom>
          <a:solidFill xmlns:a="http://schemas.openxmlformats.org/drawingml/2006/main">
            <a:srgbClr val="F5FAF7"/>
          </a:solidFill>
          <a:ln xmlns:a="http://schemas.openxmlformats.org/drawingml/2006/main" w="9525">
            <a:solidFill>
              <a:srgbClr val="C8D8CF"/>
            </a:solidFill>
          </a:ln>
        </p:spPr>
      </p:sp>
      <p:sp>
        <p:nvSpPr>
          <p:cNvPr id="6" name="">
            <a:extLst xmlns:a="http://schemas.openxmlformats.org/drawingml/2006/main">
              <a:ext uri="{FF2B5EF4-FFF2-40B4-BE49-F238E27FC236}">
                <a16:creationId xmlns:a16="http://schemas.microsoft.com/office/drawing/2014/main" id="{60065386-EEB5-4972-B78D-C7B5752A47AD}"/>
              </a:ext>
            </a:extLst>
          </p:cNvPr>
          <p:cNvSpPr>
            <a:spLocks xmlns:a="http://schemas.openxmlformats.org/drawingml/2006/main" noGrp="1"/>
          </p:cNvSpPr>
          <p:nvPr/>
        </p:nvSpPr>
        <p:spPr>
          <a:xfrm xmlns:a="http://schemas.openxmlformats.org/drawingml/2006/main">
            <a:off x="8743950" y="1581150"/>
            <a:ext cx="2838450" cy="3333750"/>
          </a:xfrm>
          <a:prstGeom xmlns:a="http://schemas.openxmlformats.org/drawingml/2006/main" prst="roundRect">
            <a:avLst>
              <a:gd name="adj" fmla="val 6040"/>
            </a:avLst>
          </a:prstGeom>
          <a:solidFill xmlns:a="http://schemas.openxmlformats.org/drawingml/2006/main">
            <a:srgbClr val="EAF5EF"/>
          </a:solidFill>
          <a:ln xmlns:a="http://schemas.openxmlformats.org/drawingml/2006/main" w="19050">
            <a:solidFill>
              <a:srgbClr val="0F6E41"/>
            </a:solidFill>
          </a:ln>
        </p:spPr>
      </p:sp>
      <p:sp>
        <p:nvSpPr>
          <p:cNvPr id="7" name="">
            <a:extLst xmlns:a="http://schemas.openxmlformats.org/drawingml/2006/main">
              <a:ext uri="{FF2B5EF4-FFF2-40B4-BE49-F238E27FC236}">
                <a16:creationId xmlns:a16="http://schemas.microsoft.com/office/drawing/2014/main" id="{9047395D-F48E-43AF-8C9E-108102D590CF}"/>
              </a:ext>
            </a:extLst>
          </p:cNvPr>
          <p:cNvSpPr>
            <a:spLocks xmlns:a="http://schemas.openxmlformats.org/drawingml/2006/main" noGrp="1"/>
          </p:cNvSpPr>
          <p:nvPr/>
        </p:nvSpPr>
        <p:spPr>
          <a:xfrm xmlns:a="http://schemas.openxmlformats.org/drawingml/2006/main">
            <a:off x="838200" y="1752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1">
                <a:solidFill>
                  <a:srgbClr val="0F6E41"/>
                </a:solidFill>
                <a:latin typeface="Noto Sans"/>
                <a:ea typeface="Noto Sans"/>
                <a:cs typeface="Noto Sans"/>
              </a:defRPr>
            </a:pPr>
            <a:r>
              <a:rPr sz="1200" b="1">
                <a:solidFill>
                  <a:srgbClr val="0F6E41"/>
                </a:solidFill>
                <a:latin typeface="Noto Sans"/>
                <a:ea typeface="Noto Sans"/>
                <a:cs typeface="Noto Sans"/>
              </a:rPr>
              <a:t>MÁY CHỦ</a:t>
            </a:r>
          </a:p>
        </p:txBody>
      </p:sp>
      <p:sp>
        <p:nvSpPr>
          <p:cNvPr id="8" name="">
            <a:extLst xmlns:a="http://schemas.openxmlformats.org/drawingml/2006/main">
              <a:ext uri="{FF2B5EF4-FFF2-40B4-BE49-F238E27FC236}">
                <a16:creationId xmlns:a16="http://schemas.microsoft.com/office/drawing/2014/main" id="{BE334BA5-915D-4CEB-92D2-C806CF8B2768}"/>
              </a:ext>
            </a:extLst>
          </p:cNvPr>
          <p:cNvSpPr>
            <a:spLocks xmlns:a="http://schemas.openxmlformats.org/drawingml/2006/main" noGrp="1"/>
          </p:cNvSpPr>
          <p:nvPr/>
        </p:nvSpPr>
        <p:spPr>
          <a:xfrm xmlns:a="http://schemas.openxmlformats.org/drawingml/2006/main">
            <a:off x="9010650" y="17526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1">
                <a:solidFill>
                  <a:srgbClr val="0F6E41"/>
                </a:solidFill>
                <a:latin typeface="Noto Sans"/>
                <a:ea typeface="Noto Sans"/>
                <a:cs typeface="Noto Sans"/>
              </a:defRPr>
            </a:pPr>
            <a:r>
              <a:rPr sz="1200" b="1">
                <a:solidFill>
                  <a:srgbClr val="0F6E41"/>
                </a:solidFill>
                <a:latin typeface="Noto Sans"/>
                <a:ea typeface="Noto Sans"/>
                <a:cs typeface="Noto Sans"/>
              </a:rPr>
              <a:t>FPGA</a:t>
            </a:r>
          </a:p>
        </p:txBody>
      </p:sp>
      <p:sp>
        <p:nvSpPr>
          <p:cNvPr id="9" name="">
            <a:extLst xmlns:a="http://schemas.openxmlformats.org/drawingml/2006/main">
              <a:ext uri="{FF2B5EF4-FFF2-40B4-BE49-F238E27FC236}">
                <a16:creationId xmlns:a16="http://schemas.microsoft.com/office/drawing/2014/main" id="{0BAE829D-2291-4B30-A53F-65829DE06881}"/>
              </a:ext>
            </a:extLst>
          </p:cNvPr>
          <p:cNvSpPr>
            <a:spLocks xmlns:a="http://schemas.openxmlformats.org/drawingml/2006/main" noGrp="1"/>
          </p:cNvSpPr>
          <p:nvPr/>
        </p:nvSpPr>
        <p:spPr>
          <a:xfrm xmlns:a="http://schemas.openxmlformats.org/drawingml/2006/main">
            <a:off x="857250" y="2457450"/>
            <a:ext cx="1428750" cy="914400"/>
          </a:xfrm>
          <a:prstGeom xmlns:a="http://schemas.openxmlformats.org/drawingml/2006/main" prst="roundRect">
            <a:avLst>
              <a:gd name="adj" fmla="val 14583"/>
            </a:avLst>
          </a:prstGeom>
          <a:solidFill xmlns:a="http://schemas.openxmlformats.org/drawingml/2006/main">
            <a:srgbClr val="FFFFFF"/>
          </a:solidFill>
          <a:ln xmlns:a="http://schemas.openxmlformats.org/drawingml/2006/main" w="19050">
            <a:solidFill>
              <a:srgbClr val="0F6E41"/>
            </a:solidFill>
          </a:ln>
        </p:spPr>
      </p:sp>
      <p:sp>
        <p:nvSpPr>
          <p:cNvPr id="10" name="">
            <a:extLst xmlns:a="http://schemas.openxmlformats.org/drawingml/2006/main">
              <a:ext uri="{FF2B5EF4-FFF2-40B4-BE49-F238E27FC236}">
                <a16:creationId xmlns:a16="http://schemas.microsoft.com/office/drawing/2014/main" id="{4EBDF677-F54C-42A5-9703-470B12941967}"/>
              </a:ext>
            </a:extLst>
          </p:cNvPr>
          <p:cNvSpPr>
            <a:spLocks xmlns:a="http://schemas.openxmlformats.org/drawingml/2006/main" noGrp="1"/>
          </p:cNvSpPr>
          <p:nvPr/>
        </p:nvSpPr>
        <p:spPr>
          <a:xfrm xmlns:a="http://schemas.openxmlformats.org/drawingml/2006/main">
            <a:off x="952500" y="2638425"/>
            <a:ext cx="123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CAMS</a:t>
            </a:r>
          </a:p>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PurpleAir</a:t>
            </a:r>
          </a:p>
        </p:txBody>
      </p:sp>
      <p:sp>
        <p:nvSpPr>
          <p:cNvPr id="11" name="">
            <a:extLst xmlns:a="http://schemas.openxmlformats.org/drawingml/2006/main">
              <a:ext uri="{FF2B5EF4-FFF2-40B4-BE49-F238E27FC236}">
                <a16:creationId xmlns:a16="http://schemas.microsoft.com/office/drawing/2014/main" id="{4A11214D-1A4A-48E8-8A0E-CD906675D96A}"/>
              </a:ext>
            </a:extLst>
          </p:cNvPr>
          <p:cNvSpPr>
            <a:spLocks xmlns:a="http://schemas.openxmlformats.org/drawingml/2006/main" noGrp="1"/>
          </p:cNvSpPr>
          <p:nvPr/>
        </p:nvSpPr>
        <p:spPr>
          <a:xfrm xmlns:a="http://schemas.openxmlformats.org/drawingml/2006/main">
            <a:off x="2724150" y="2457450"/>
            <a:ext cx="1428750" cy="914400"/>
          </a:xfrm>
          <a:prstGeom xmlns:a="http://schemas.openxmlformats.org/drawingml/2006/main" prst="roundRect">
            <a:avLst>
              <a:gd name="adj" fmla="val 14583"/>
            </a:avLst>
          </a:prstGeom>
          <a:solidFill xmlns:a="http://schemas.openxmlformats.org/drawingml/2006/main">
            <a:srgbClr val="FFFFFF"/>
          </a:solidFill>
          <a:ln xmlns:a="http://schemas.openxmlformats.org/drawingml/2006/main" w="19050">
            <a:solidFill>
              <a:srgbClr val="0F6E41"/>
            </a:solidFill>
          </a:ln>
        </p:spPr>
      </p:sp>
      <p:sp>
        <p:nvSpPr>
          <p:cNvPr id="12" name="">
            <a:extLst xmlns:a="http://schemas.openxmlformats.org/drawingml/2006/main">
              <a:ext uri="{FF2B5EF4-FFF2-40B4-BE49-F238E27FC236}">
                <a16:creationId xmlns:a16="http://schemas.microsoft.com/office/drawing/2014/main" id="{4B054B79-B2A2-4971-93EB-1C72AB9685E2}"/>
              </a:ext>
            </a:extLst>
          </p:cNvPr>
          <p:cNvSpPr>
            <a:spLocks xmlns:a="http://schemas.openxmlformats.org/drawingml/2006/main" noGrp="1"/>
          </p:cNvSpPr>
          <p:nvPr/>
        </p:nvSpPr>
        <p:spPr>
          <a:xfrm xmlns:a="http://schemas.openxmlformats.org/drawingml/2006/main">
            <a:off x="2819400" y="2638425"/>
            <a:ext cx="123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Thu thập</a:t>
            </a:r>
          </a:p>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và QC</a:t>
            </a:r>
          </a:p>
        </p:txBody>
      </p:sp>
      <p:sp>
        <p:nvSpPr>
          <p:cNvPr id="13" name="">
            <a:extLst xmlns:a="http://schemas.openxmlformats.org/drawingml/2006/main">
              <a:ext uri="{FF2B5EF4-FFF2-40B4-BE49-F238E27FC236}">
                <a16:creationId xmlns:a16="http://schemas.microsoft.com/office/drawing/2014/main" id="{56013C60-BDFF-498A-864B-9EBB37704528}"/>
              </a:ext>
            </a:extLst>
          </p:cNvPr>
          <p:cNvSpPr>
            <a:spLocks xmlns:a="http://schemas.openxmlformats.org/drawingml/2006/main" noGrp="1"/>
          </p:cNvSpPr>
          <p:nvPr/>
        </p:nvSpPr>
        <p:spPr>
          <a:xfrm xmlns:a="http://schemas.openxmlformats.org/drawingml/2006/main">
            <a:off x="4591050" y="2457450"/>
            <a:ext cx="1428750" cy="914400"/>
          </a:xfrm>
          <a:prstGeom xmlns:a="http://schemas.openxmlformats.org/drawingml/2006/main" prst="roundRect">
            <a:avLst>
              <a:gd name="adj" fmla="val 14583"/>
            </a:avLst>
          </a:prstGeom>
          <a:solidFill xmlns:a="http://schemas.openxmlformats.org/drawingml/2006/main">
            <a:srgbClr val="FFFFFF"/>
          </a:solidFill>
          <a:ln xmlns:a="http://schemas.openxmlformats.org/drawingml/2006/main" w="19050">
            <a:solidFill>
              <a:srgbClr val="0F6E41"/>
            </a:solidFill>
          </a:ln>
        </p:spPr>
      </p:sp>
      <p:sp>
        <p:nvSpPr>
          <p:cNvPr id="14" name="">
            <a:extLst xmlns:a="http://schemas.openxmlformats.org/drawingml/2006/main">
              <a:ext uri="{FF2B5EF4-FFF2-40B4-BE49-F238E27FC236}">
                <a16:creationId xmlns:a16="http://schemas.microsoft.com/office/drawing/2014/main" id="{DF56F241-8979-417D-801D-97BE50807007}"/>
              </a:ext>
            </a:extLst>
          </p:cNvPr>
          <p:cNvSpPr>
            <a:spLocks xmlns:a="http://schemas.openxmlformats.org/drawingml/2006/main" noGrp="1"/>
          </p:cNvSpPr>
          <p:nvPr/>
        </p:nvSpPr>
        <p:spPr>
          <a:xfrm xmlns:a="http://schemas.openxmlformats.org/drawingml/2006/main">
            <a:off x="4686300" y="2638425"/>
            <a:ext cx="123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Lượng tử</a:t>
            </a:r>
          </a:p>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hóa x16</a:t>
            </a:r>
          </a:p>
        </p:txBody>
      </p:sp>
      <p:sp>
        <p:nvSpPr>
          <p:cNvPr id="15" name="">
            <a:extLst xmlns:a="http://schemas.openxmlformats.org/drawingml/2006/main">
              <a:ext uri="{FF2B5EF4-FFF2-40B4-BE49-F238E27FC236}">
                <a16:creationId xmlns:a16="http://schemas.microsoft.com/office/drawing/2014/main" id="{C6EB567A-536C-40F5-A123-D16BF75BBB4C}"/>
              </a:ext>
            </a:extLst>
          </p:cNvPr>
          <p:cNvSpPr>
            <a:spLocks xmlns:a="http://schemas.openxmlformats.org/drawingml/2006/main" noGrp="1"/>
          </p:cNvSpPr>
          <p:nvPr/>
        </p:nvSpPr>
        <p:spPr>
          <a:xfrm xmlns:a="http://schemas.openxmlformats.org/drawingml/2006/main">
            <a:off x="6457950" y="2457450"/>
            <a:ext cx="1619250" cy="914400"/>
          </a:xfrm>
          <a:prstGeom xmlns:a="http://schemas.openxmlformats.org/drawingml/2006/main" prst="roundRect">
            <a:avLst>
              <a:gd name="adj" fmla="val 14583"/>
            </a:avLst>
          </a:prstGeom>
          <a:solidFill xmlns:a="http://schemas.openxmlformats.org/drawingml/2006/main">
            <a:srgbClr val="FFFFFF"/>
          </a:solidFill>
          <a:ln xmlns:a="http://schemas.openxmlformats.org/drawingml/2006/main" w="19050">
            <a:solidFill>
              <a:srgbClr val="0F6E41"/>
            </a:solidFill>
          </a:ln>
        </p:spPr>
      </p:sp>
      <p:sp>
        <p:nvSpPr>
          <p:cNvPr id="16" name="">
            <a:extLst xmlns:a="http://schemas.openxmlformats.org/drawingml/2006/main">
              <a:ext uri="{FF2B5EF4-FFF2-40B4-BE49-F238E27FC236}">
                <a16:creationId xmlns:a16="http://schemas.microsoft.com/office/drawing/2014/main" id="{7C59FA0E-EF90-499B-9A0A-EAFC1AA08D40}"/>
              </a:ext>
            </a:extLst>
          </p:cNvPr>
          <p:cNvSpPr>
            <a:spLocks xmlns:a="http://schemas.openxmlformats.org/drawingml/2006/main" noGrp="1"/>
          </p:cNvSpPr>
          <p:nvPr/>
        </p:nvSpPr>
        <p:spPr>
          <a:xfrm xmlns:a="http://schemas.openxmlformats.org/drawingml/2006/main">
            <a:off x="6553200" y="2638425"/>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Mô hình</a:t>
            </a:r>
          </a:p>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tham chiếu</a:t>
            </a:r>
          </a:p>
        </p:txBody>
      </p:sp>
      <p:cxnSp>
        <p:nvCxnSpPr>
          <p:cNvPr id="47" name=""/>
          <p:cNvCxnSpPr>
            <a:stCxn xmlns:a="http://schemas.openxmlformats.org/drawingml/2006/main" id="9" idx="3"/>
            <a:endCxn xmlns:a="http://schemas.openxmlformats.org/drawingml/2006/main" id="11" idx="1"/>
          </p:cNvCxnSpPr>
          <p:nvPr/>
        </p:nvCxnSpPr>
        <p:spPr>
          <a:xfrm xmlns:a="http://schemas.openxmlformats.org/drawingml/2006/main">
            <a:off x="2286000" y="2914650"/>
            <a:ext cx="438150" cy="0"/>
          </a:xfrm>
          <a:prstGeom xmlns:a="http://schemas.openxmlformats.org/drawingml/2006/main" prst="straightConnector1">
            <a:avLst/>
          </a:prstGeom>
          <a:ln xmlns:a="http://schemas.openxmlformats.org/drawingml/2006/main" w="23813">
            <a:solidFill>
              <a:srgbClr val="0F6E41"/>
            </a:solidFill>
            <a:tailEnd type="arrow" w="med" len="med"/>
          </a:ln>
        </p:spPr>
      </p:cxnSp>
      <p:cxnSp>
        <p:nvCxnSpPr>
          <p:cNvPr id="48" name=""/>
          <p:cNvCxnSpPr>
            <a:stCxn xmlns:a="http://schemas.openxmlformats.org/drawingml/2006/main" id="11" idx="3"/>
            <a:endCxn xmlns:a="http://schemas.openxmlformats.org/drawingml/2006/main" id="13" idx="1"/>
          </p:cNvCxnSpPr>
          <p:nvPr/>
        </p:nvCxnSpPr>
        <p:spPr>
          <a:xfrm xmlns:a="http://schemas.openxmlformats.org/drawingml/2006/main">
            <a:off x="4152900" y="2914650"/>
            <a:ext cx="438150" cy="0"/>
          </a:xfrm>
          <a:prstGeom xmlns:a="http://schemas.openxmlformats.org/drawingml/2006/main" prst="straightConnector1">
            <a:avLst/>
          </a:prstGeom>
          <a:ln xmlns:a="http://schemas.openxmlformats.org/drawingml/2006/main" w="23813">
            <a:solidFill>
              <a:srgbClr val="0F6E41"/>
            </a:solidFill>
            <a:tailEnd type="arrow" w="med" len="med"/>
          </a:ln>
        </p:spPr>
      </p:cxnSp>
      <p:cxnSp>
        <p:nvCxnSpPr>
          <p:cNvPr id="49" name=""/>
          <p:cNvCxnSpPr>
            <a:stCxn xmlns:a="http://schemas.openxmlformats.org/drawingml/2006/main" id="13" idx="3"/>
            <a:endCxn xmlns:a="http://schemas.openxmlformats.org/drawingml/2006/main" id="15" idx="1"/>
          </p:cNvCxnSpPr>
          <p:nvPr/>
        </p:nvCxnSpPr>
        <p:spPr>
          <a:xfrm xmlns:a="http://schemas.openxmlformats.org/drawingml/2006/main">
            <a:off x="6019800" y="2914650"/>
            <a:ext cx="438150" cy="0"/>
          </a:xfrm>
          <a:prstGeom xmlns:a="http://schemas.openxmlformats.org/drawingml/2006/main" prst="straightConnector1">
            <a:avLst/>
          </a:prstGeom>
          <a:ln xmlns:a="http://schemas.openxmlformats.org/drawingml/2006/main" w="23813">
            <a:solidFill>
              <a:srgbClr val="0F6E41"/>
            </a:solidFill>
            <a:tailEnd type="arrow" w="med" len="med"/>
          </a:ln>
        </p:spPr>
      </p:cxnSp>
      <p:sp>
        <p:nvSpPr>
          <p:cNvPr id="20" name="">
            <a:extLst xmlns:a="http://schemas.openxmlformats.org/drawingml/2006/main">
              <a:ext uri="{FF2B5EF4-FFF2-40B4-BE49-F238E27FC236}">
                <a16:creationId xmlns:a16="http://schemas.microsoft.com/office/drawing/2014/main" id="{F8EA6286-4EA0-4E08-BBDC-1D97ABE965C7}"/>
              </a:ext>
            </a:extLst>
          </p:cNvPr>
          <p:cNvSpPr>
            <a:spLocks xmlns:a="http://schemas.openxmlformats.org/drawingml/2006/main" noGrp="1"/>
          </p:cNvSpPr>
          <p:nvPr/>
        </p:nvSpPr>
        <p:spPr>
          <a:xfrm xmlns:a="http://schemas.openxmlformats.org/drawingml/2006/main">
            <a:off x="9086850" y="2343150"/>
            <a:ext cx="2133600" cy="781050"/>
          </a:xfrm>
          <a:prstGeom xmlns:a="http://schemas.openxmlformats.org/drawingml/2006/main" prst="roundRect">
            <a:avLst>
              <a:gd name="adj" fmla="val 17073"/>
            </a:avLst>
          </a:prstGeom>
          <a:solidFill xmlns:a="http://schemas.openxmlformats.org/drawingml/2006/main">
            <a:srgbClr val="FFFFFF"/>
          </a:solidFill>
          <a:ln xmlns:a="http://schemas.openxmlformats.org/drawingml/2006/main" w="19050">
            <a:solidFill>
              <a:srgbClr val="0F6E41"/>
            </a:solidFill>
          </a:ln>
        </p:spPr>
      </p:sp>
      <p:sp>
        <p:nvSpPr>
          <p:cNvPr id="21" name="">
            <a:extLst xmlns:a="http://schemas.openxmlformats.org/drawingml/2006/main">
              <a:ext uri="{FF2B5EF4-FFF2-40B4-BE49-F238E27FC236}">
                <a16:creationId xmlns:a16="http://schemas.microsoft.com/office/drawing/2014/main" id="{649769DB-B871-41E4-AEE9-C0928C6B5511}"/>
              </a:ext>
            </a:extLst>
          </p:cNvPr>
          <p:cNvSpPr>
            <a:spLocks xmlns:a="http://schemas.openxmlformats.org/drawingml/2006/main" noGrp="1"/>
          </p:cNvSpPr>
          <p:nvPr/>
        </p:nvSpPr>
        <p:spPr>
          <a:xfrm xmlns:a="http://schemas.openxmlformats.org/drawingml/2006/main">
            <a:off x="9086850" y="3524250"/>
            <a:ext cx="2133600" cy="876300"/>
          </a:xfrm>
          <a:prstGeom xmlns:a="http://schemas.openxmlformats.org/drawingml/2006/main" prst="roundRect">
            <a:avLst>
              <a:gd name="adj" fmla="val 15217"/>
            </a:avLst>
          </a:prstGeom>
          <a:solidFill xmlns:a="http://schemas.openxmlformats.org/drawingml/2006/main">
            <a:srgbClr val="056839"/>
          </a:solidFill>
          <a:ln xmlns:a="http://schemas.openxmlformats.org/drawingml/2006/main" w="19050">
            <a:solidFill>
              <a:srgbClr val="056839"/>
            </a:solidFill>
          </a:ln>
        </p:spPr>
      </p:sp>
      <p:sp>
        <p:nvSpPr>
          <p:cNvPr id="22" name="">
            <a:extLst xmlns:a="http://schemas.openxmlformats.org/drawingml/2006/main">
              <a:ext uri="{FF2B5EF4-FFF2-40B4-BE49-F238E27FC236}">
                <a16:creationId xmlns:a16="http://schemas.microsoft.com/office/drawing/2014/main" id="{CDFBD5B8-9AE4-470E-87D3-67E97D16895D}"/>
              </a:ext>
            </a:extLst>
          </p:cNvPr>
          <p:cNvSpPr>
            <a:spLocks xmlns:a="http://schemas.openxmlformats.org/drawingml/2006/main" noGrp="1"/>
          </p:cNvSpPr>
          <p:nvPr/>
        </p:nvSpPr>
        <p:spPr>
          <a:xfrm xmlns:a="http://schemas.openxmlformats.org/drawingml/2006/main">
            <a:off x="9258300" y="2543175"/>
            <a:ext cx="1790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17352B"/>
                </a:solidFill>
                <a:latin typeface="Noto Sans"/>
                <a:ea typeface="Noto Sans"/>
                <a:cs typeface="Noto Sans"/>
              </a:defRPr>
            </a:pPr>
            <a:r>
              <a:rPr sz="1575" b="1">
                <a:solidFill>
                  <a:srgbClr val="17352B"/>
                </a:solidFill>
                <a:latin typeface="Noto Sans"/>
                <a:ea typeface="Noto Sans"/>
                <a:cs typeface="Noto Sans"/>
              </a:rPr>
              <a:t>UART 9/10 byte</a:t>
            </a:r>
          </a:p>
        </p:txBody>
      </p:sp>
      <p:sp>
        <p:nvSpPr>
          <p:cNvPr id="23" name="">
            <a:extLst xmlns:a="http://schemas.openxmlformats.org/drawingml/2006/main">
              <a:ext uri="{FF2B5EF4-FFF2-40B4-BE49-F238E27FC236}">
                <a16:creationId xmlns:a16="http://schemas.microsoft.com/office/drawing/2014/main" id="{45C07BD4-11B9-4822-B1CC-60C7D4D66E8D}"/>
              </a:ext>
            </a:extLst>
          </p:cNvPr>
          <p:cNvSpPr>
            <a:spLocks xmlns:a="http://schemas.openxmlformats.org/drawingml/2006/main" noGrp="1"/>
          </p:cNvSpPr>
          <p:nvPr/>
        </p:nvSpPr>
        <p:spPr>
          <a:xfrm xmlns:a="http://schemas.openxmlformats.org/drawingml/2006/main">
            <a:off x="9296400" y="3686175"/>
            <a:ext cx="171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7681"/>
          </a:bodyPr>
          <a:lstStyle xmlns:a="http://schemas.openxmlformats.org/drawingml/2006/main"/>
          <a:p xmlns:a="http://schemas.openxmlformats.org/drawingml/2006/main">
            <a:pPr algn="ctr">
              <a:defRPr sz="1725" b="1">
                <a:solidFill>
                  <a:srgbClr val="FFFFFF"/>
                </a:solidFill>
                <a:latin typeface="Noto Sans"/>
                <a:ea typeface="Noto Sans"/>
                <a:cs typeface="Noto Sans"/>
              </a:defRPr>
            </a:pPr>
            <a:r>
              <a:rPr sz="1725" b="1">
                <a:solidFill>
                  <a:srgbClr val="FFFFFF"/>
                </a:solidFill>
                <a:latin typeface="Noto Sans"/>
                <a:ea typeface="Noto Sans"/>
                <a:cs typeface="Noto Sans"/>
              </a:rPr>
              <a:t>Lõi RTL</a:t>
            </a:r>
          </a:p>
          <a:p xmlns:a="http://schemas.openxmlformats.org/drawingml/2006/main">
            <a:pPr algn="ctr">
              <a:defRPr sz="1725" b="1">
                <a:solidFill>
                  <a:srgbClr val="FFFFFF"/>
                </a:solidFill>
                <a:latin typeface="Noto Sans"/>
                <a:ea typeface="Noto Sans"/>
                <a:cs typeface="Noto Sans"/>
              </a:defRPr>
            </a:pPr>
            <a:r>
              <a:rPr sz="1725" b="1">
                <a:solidFill>
                  <a:srgbClr val="FFFFFF"/>
                </a:solidFill>
                <a:latin typeface="Noto Sans"/>
                <a:ea typeface="Noto Sans"/>
                <a:cs typeface="Noto Sans"/>
              </a:rPr>
              <a:t>PM2.5</a:t>
            </a:r>
          </a:p>
        </p:txBody>
      </p:sp>
      <p:cxnSp>
        <p:nvCxnSpPr>
          <p:cNvPr id="54" name=""/>
          <p:cNvCxnSpPr>
            <a:stCxn xmlns:a="http://schemas.openxmlformats.org/drawingml/2006/main" id="20" idx="2"/>
            <a:endCxn xmlns:a="http://schemas.openxmlformats.org/drawingml/2006/main" id="21" idx="0"/>
          </p:cNvCxnSpPr>
          <p:nvPr/>
        </p:nvCxnSpPr>
        <p:spPr>
          <a:xfrm xmlns:a="http://schemas.openxmlformats.org/drawingml/2006/main">
            <a:off x="10153650" y="3124200"/>
            <a:ext cx="0" cy="400050"/>
          </a:xfrm>
          <a:prstGeom xmlns:a="http://schemas.openxmlformats.org/drawingml/2006/main" prst="straightConnector1">
            <a:avLst/>
          </a:prstGeom>
          <a:ln xmlns:a="http://schemas.openxmlformats.org/drawingml/2006/main" w="28575">
            <a:solidFill>
              <a:srgbClr val="0F6E41"/>
            </a:solidFill>
            <a:tailEnd type="arrow" w="med" len="med"/>
          </a:ln>
        </p:spPr>
      </p:cxnSp>
      <p:cxnSp>
        <p:nvCxnSpPr>
          <p:cNvPr id="55" name=""/>
          <p:cNvCxnSpPr>
            <a:stCxn xmlns:a="http://schemas.openxmlformats.org/drawingml/2006/main" id="15" idx="3"/>
            <a:endCxn xmlns:a="http://schemas.openxmlformats.org/drawingml/2006/main" id="20" idx="1"/>
          </p:cNvCxnSpPr>
          <p:nvPr/>
        </p:nvCxnSpPr>
        <p:spPr>
          <a:xfrm xmlns:a="http://schemas.openxmlformats.org/drawingml/2006/main" flipV="1">
            <a:off x="8077200" y="2733675"/>
            <a:ext cx="1009650" cy="180975"/>
          </a:xfrm>
          <a:prstGeom xmlns:a="http://schemas.openxmlformats.org/drawingml/2006/main" prst="straightConnector1">
            <a:avLst/>
          </a:prstGeom>
          <a:ln xmlns:a="http://schemas.openxmlformats.org/drawingml/2006/main" w="28575">
            <a:solidFill>
              <a:srgbClr val="0F6E41"/>
            </a:solidFill>
            <a:tailEnd type="arrow" w="med" len="med"/>
          </a:ln>
        </p:spPr>
      </p:cxnSp>
      <p:sp>
        <p:nvSpPr>
          <p:cNvPr id="26" name="">
            <a:extLst xmlns:a="http://schemas.openxmlformats.org/drawingml/2006/main">
              <a:ext uri="{FF2B5EF4-FFF2-40B4-BE49-F238E27FC236}">
                <a16:creationId xmlns:a16="http://schemas.microsoft.com/office/drawing/2014/main" id="{95B9DE85-5E9C-4B36-85EE-4C7E521C5275}"/>
              </a:ext>
            </a:extLst>
          </p:cNvPr>
          <p:cNvSpPr>
            <a:spLocks xmlns:a="http://schemas.openxmlformats.org/drawingml/2006/main" noGrp="1"/>
          </p:cNvSpPr>
          <p:nvPr/>
        </p:nvSpPr>
        <p:spPr>
          <a:xfrm xmlns:a="http://schemas.openxmlformats.org/drawingml/2006/main">
            <a:off x="1047750" y="3781425"/>
            <a:ext cx="676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0">
                <a:solidFill>
                  <a:srgbClr val="5D6B66"/>
                </a:solidFill>
                <a:latin typeface="Noto Sans"/>
                <a:ea typeface="Noto Sans"/>
                <a:cs typeface="Noto Sans"/>
              </a:defRPr>
            </a:pPr>
            <a:r>
              <a:rPr sz="1575" b="0">
                <a:solidFill>
                  <a:srgbClr val="5D6B66"/>
                </a:solidFill>
                <a:latin typeface="Noto Sans"/>
                <a:ea typeface="Noto Sans"/>
                <a:cs typeface="Noto Sans"/>
              </a:rPr>
              <a:t>Máy chủ chuẩn bị dữ liệu và kết quả tham chiếu</a:t>
            </a:r>
          </a:p>
        </p:txBody>
      </p:sp>
      <p:sp>
        <p:nvSpPr>
          <p:cNvPr id="27" name="">
            <a:extLst xmlns:a="http://schemas.openxmlformats.org/drawingml/2006/main">
              <a:ext uri="{FF2B5EF4-FFF2-40B4-BE49-F238E27FC236}">
                <a16:creationId xmlns:a16="http://schemas.microsoft.com/office/drawing/2014/main" id="{7A5A199E-02B8-4AFC-BD59-5956A13E2076}"/>
              </a:ext>
            </a:extLst>
          </p:cNvPr>
          <p:cNvSpPr>
            <a:spLocks xmlns:a="http://schemas.openxmlformats.org/drawingml/2006/main" noGrp="1"/>
          </p:cNvSpPr>
          <p:nvPr/>
        </p:nvSpPr>
        <p:spPr>
          <a:xfrm xmlns:a="http://schemas.openxmlformats.org/drawingml/2006/main">
            <a:off x="1619250" y="5314950"/>
            <a:ext cx="895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875" b="1">
                <a:solidFill>
                  <a:srgbClr val="056839"/>
                </a:solidFill>
                <a:latin typeface="Noto Sans"/>
                <a:ea typeface="Noto Sans"/>
                <a:cs typeface="Noto Sans"/>
              </a:defRPr>
            </a:pPr>
            <a:r>
              <a:rPr sz="1875" b="1">
                <a:solidFill>
                  <a:srgbClr val="056839"/>
                </a:solidFill>
                <a:latin typeface="Noto Sans"/>
                <a:ea typeface="Noto Sans"/>
                <a:cs typeface="Noto Sans"/>
              </a:rPr>
              <a:t>CAMS, PurpleAir và kết quả hiệu chỉnh được lưu thành ba chuỗi độc lập</a:t>
            </a:r>
          </a:p>
        </p:txBody>
      </p:sp>
      <p:sp>
        <p:nvSpPr>
          <p:cNvPr id="28" name="">
            <a:extLst xmlns:a="http://schemas.openxmlformats.org/drawingml/2006/main">
              <a:ext uri="{FF2B5EF4-FFF2-40B4-BE49-F238E27FC236}">
                <a16:creationId xmlns:a16="http://schemas.microsoft.com/office/drawing/2014/main" id="{23042E18-7A3A-473D-80CD-161CE7F67CA6}"/>
              </a:ext>
            </a:extLst>
          </p:cNvPr>
          <p:cNvSpPr>
            <a:spLocks xmlns:a="http://schemas.openxmlformats.org/drawingml/2006/main" noGrp="1"/>
          </p:cNvSpPr>
          <p:nvPr/>
        </p:nvSpPr>
        <p:spPr>
          <a:xfrm xmlns:a="http://schemas.openxmlformats.org/drawingml/2006/main">
            <a:off x="590550" y="6419850"/>
            <a:ext cx="11010900" cy="0"/>
          </a:xfrm>
          <a:prstGeom xmlns:a="http://schemas.openxmlformats.org/drawingml/2006/main" prst="line">
            <a:avLst/>
          </a:prstGeom>
          <a:noFill xmlns:a="http://schemas.openxmlformats.org/drawingml/2006/main"/>
          <a:ln xmlns:a="http://schemas.openxmlformats.org/drawingml/2006/main" w="9525">
            <a:solidFill>
              <a:srgbClr val="C8D8CF"/>
            </a:solidFill>
          </a:ln>
        </p:spPr>
      </p:sp>
      <p:sp>
        <p:nvSpPr>
          <p:cNvPr id="29" name="">
            <a:extLst xmlns:a="http://schemas.openxmlformats.org/drawingml/2006/main">
              <a:ext uri="{FF2B5EF4-FFF2-40B4-BE49-F238E27FC236}">
                <a16:creationId xmlns:a16="http://schemas.microsoft.com/office/drawing/2014/main" id="{B4BD0D57-C06C-44C3-A1D2-7DF5F7253FA5}"/>
              </a:ext>
            </a:extLst>
          </p:cNvPr>
          <p:cNvSpPr>
            <a:spLocks xmlns:a="http://schemas.openxmlformats.org/drawingml/2006/main" noGrp="1"/>
          </p:cNvSpPr>
          <p:nvPr/>
        </p:nvSpPr>
        <p:spPr>
          <a:xfrm xmlns:a="http://schemas.openxmlformats.org/drawingml/2006/main">
            <a:off x="628650" y="6477000"/>
            <a:ext cx="638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5D6B66"/>
                </a:solidFill>
                <a:latin typeface="Noto Sans"/>
                <a:ea typeface="Noto Sans"/>
                <a:cs typeface="Noto Sans"/>
              </a:defRPr>
            </a:pPr>
            <a:r>
              <a:rPr sz="900" b="1">
                <a:solidFill>
                  <a:srgbClr val="5D6B66"/>
                </a:solidFill>
                <a:latin typeface="Noto Sans"/>
                <a:ea typeface="Noto Sans"/>
                <a:cs typeface="Noto Sans"/>
              </a:rPr>
              <a:t>CHUNG KẾT CUỘC THI THIẾT KẾ VI MẠCH UIT III</a:t>
            </a:r>
          </a:p>
        </p:txBody>
      </p:sp>
      <p:sp>
        <p:nvSpPr>
          <p:cNvPr id="30" name="">
            <a:extLst xmlns:a="http://schemas.openxmlformats.org/drawingml/2006/main">
              <a:ext uri="{FF2B5EF4-FFF2-40B4-BE49-F238E27FC236}">
                <a16:creationId xmlns:a16="http://schemas.microsoft.com/office/drawing/2014/main" id="{C4417842-7E27-4D75-BFAD-C7B6A7F7CB51}"/>
              </a:ext>
            </a:extLst>
          </p:cNvPr>
          <p:cNvSpPr>
            <a:spLocks xmlns:a="http://schemas.openxmlformats.org/drawingml/2006/main" noGrp="1"/>
          </p:cNvSpPr>
          <p:nvPr/>
        </p:nvSpPr>
        <p:spPr>
          <a:xfrm xmlns:a="http://schemas.openxmlformats.org/drawingml/2006/main">
            <a:off x="110680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5D6B66"/>
                </a:solidFill>
                <a:latin typeface="Noto Sans"/>
                <a:ea typeface="Noto Sans"/>
                <a:cs typeface="Noto Sans"/>
              </a:defRPr>
            </a:pPr>
            <a:r>
              <a:rPr sz="975" b="1">
                <a:solidFill>
                  <a:srgbClr val="5D6B66"/>
                </a:solidFill>
                <a:latin typeface="Noto Sans"/>
                <a:ea typeface="Noto Sans"/>
                <a:cs typeface="Noto Sans"/>
              </a:rPr>
              <a:t>3</a:t>
            </a:r>
          </a:p>
        </p:txBody>
      </p:sp>
    </p:spTree>
    <p:extLst>
      <p:ext uri="{BB962C8B-B14F-4D97-AF65-F5344CB8AC3E}">
        <p14:creationId xmlns:p14="http://schemas.microsoft.com/office/powerpoint/2010/main" val="147064196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9D4ECED-CFA7-4447-AC1B-626D051A42EC}"/>
              </a:ext>
            </a:extLst>
          </p:cNvPr>
          <p:cNvSpPr>
            <a:spLocks xmlns:a="http://schemas.openxmlformats.org/drawingml/2006/main" noGrp="1"/>
          </p:cNvSpPr>
          <p:nvPr/>
        </p:nvSpPr>
        <p:spPr>
          <a:xfrm xmlns:a="http://schemas.openxmlformats.org/drawingml/2006/main">
            <a:off x="628650" y="32385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619"/>
          </a:bodyPr>
          <a:lstStyle xmlns:a="http://schemas.openxmlformats.org/drawingml/2006/main"/>
          <a:p xmlns:a="http://schemas.openxmlformats.org/drawingml/2006/main">
            <a:pPr>
              <a:defRPr sz="1050" b="1">
                <a:solidFill>
                  <a:srgbClr val="0F6E41"/>
                </a:solidFill>
                <a:latin typeface="Noto Sans"/>
                <a:ea typeface="Noto Sans"/>
                <a:cs typeface="Noto Sans"/>
              </a:defRPr>
            </a:pPr>
            <a:r>
              <a:rPr sz="1050" b="1">
                <a:solidFill>
                  <a:srgbClr val="0F6E41"/>
                </a:solidFill>
                <a:latin typeface="Noto Sans"/>
                <a:ea typeface="Noto Sans"/>
                <a:cs typeface="Noto Sans"/>
              </a:rPr>
              <a:t>04</a:t>
            </a:r>
          </a:p>
        </p:txBody>
      </p:sp>
      <p:sp>
        <p:nvSpPr>
          <p:cNvPr id="2" name="">
            <a:extLst xmlns:a="http://schemas.openxmlformats.org/drawingml/2006/main">
              <a:ext uri="{FF2B5EF4-FFF2-40B4-BE49-F238E27FC236}">
                <a16:creationId xmlns:a16="http://schemas.microsoft.com/office/drawing/2014/main" id="{DA6B0E1D-C892-496A-8323-FD89DCA7A439}"/>
              </a:ext>
            </a:extLst>
          </p:cNvPr>
          <p:cNvSpPr>
            <a:spLocks xmlns:a="http://schemas.openxmlformats.org/drawingml/2006/main" noGrp="1"/>
          </p:cNvSpPr>
          <p:nvPr/>
        </p:nvSpPr>
        <p:spPr>
          <a:xfrm xmlns:a="http://schemas.openxmlformats.org/drawingml/2006/main">
            <a:off x="628650" y="590550"/>
            <a:ext cx="1028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625" b="1">
                <a:solidFill>
                  <a:srgbClr val="17352B"/>
                </a:solidFill>
                <a:latin typeface="Noto Sans"/>
                <a:ea typeface="Noto Sans"/>
                <a:cs typeface="Noto Sans"/>
              </a:defRPr>
            </a:pPr>
            <a:r>
              <a:rPr sz="2625" b="1">
                <a:solidFill>
                  <a:srgbClr val="17352B"/>
                </a:solidFill>
                <a:latin typeface="Noto Sans"/>
                <a:ea typeface="Noto Sans"/>
                <a:cs typeface="Noto Sans"/>
              </a:rPr>
              <a:t>Lõi hiệu chỉnh độ lệch thích nghi</a:t>
            </a:r>
          </a:p>
        </p:txBody>
      </p:sp>
      <p:sp>
        <p:nvSpPr>
          <p:cNvPr id="3" name="">
            <a:extLst xmlns:a="http://schemas.openxmlformats.org/drawingml/2006/main">
              <a:ext uri="{FF2B5EF4-FFF2-40B4-BE49-F238E27FC236}">
                <a16:creationId xmlns:a16="http://schemas.microsoft.com/office/drawing/2014/main" id="{F2B0CC3E-98A2-450D-87D9-A133A6644A55}"/>
              </a:ext>
            </a:extLst>
          </p:cNvPr>
          <p:cNvSpPr>
            <a:spLocks xmlns:a="http://schemas.openxmlformats.org/drawingml/2006/main" noGrp="1"/>
          </p:cNvSpPr>
          <p:nvPr/>
        </p:nvSpPr>
        <p:spPr>
          <a:xfrm xmlns:a="http://schemas.openxmlformats.org/drawingml/2006/main">
            <a:off x="628650" y="1257300"/>
            <a:ext cx="876300" cy="0"/>
          </a:xfrm>
          <a:prstGeom xmlns:a="http://schemas.openxmlformats.org/drawingml/2006/main" prst="line">
            <a:avLst/>
          </a:prstGeom>
          <a:noFill xmlns:a="http://schemas.openxmlformats.org/drawingml/2006/main"/>
          <a:ln xmlns:a="http://schemas.openxmlformats.org/drawingml/2006/main" w="47625">
            <a:solidFill>
              <a:srgbClr val="0F6E41"/>
            </a:solidFill>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7f0ccfab4ed04e8f"/>
          <a:stretch xmlns:a="http://schemas.openxmlformats.org/drawingml/2006/main"/>
        </p:blipFill>
        <p:spPr>
          <a:xfrm xmlns:a="http://schemas.openxmlformats.org/drawingml/2006/main">
            <a:off x="11249025" y="228600"/>
            <a:ext cx="476250" cy="476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B371A01-E1EC-494F-9862-0096EB84D0B7}"/>
              </a:ext>
            </a:extLst>
          </p:cNvPr>
          <p:cNvSpPr>
            <a:spLocks xmlns:a="http://schemas.openxmlformats.org/drawingml/2006/main" noGrp="1"/>
          </p:cNvSpPr>
          <p:nvPr/>
        </p:nvSpPr>
        <p:spPr>
          <a:xfrm xmlns:a="http://schemas.openxmlformats.org/drawingml/2006/main">
            <a:off x="666750" y="1619250"/>
            <a:ext cx="7429500" cy="3390900"/>
          </a:xfrm>
          <a:prstGeom xmlns:a="http://schemas.openxmlformats.org/drawingml/2006/main" prst="roundRect">
            <a:avLst>
              <a:gd name="adj" fmla="val 5056"/>
            </a:avLst>
          </a:prstGeom>
          <a:solidFill xmlns:a="http://schemas.openxmlformats.org/drawingml/2006/main">
            <a:srgbClr val="F5FAF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77E8CC0-09C3-4489-A6AE-10BD17AB966D}"/>
              </a:ext>
            </a:extLst>
          </p:cNvPr>
          <p:cNvSpPr>
            <a:spLocks xmlns:a="http://schemas.openxmlformats.org/drawingml/2006/main" noGrp="1"/>
          </p:cNvSpPr>
          <p:nvPr/>
        </p:nvSpPr>
        <p:spPr>
          <a:xfrm xmlns:a="http://schemas.openxmlformats.org/drawingml/2006/main">
            <a:off x="1028700" y="193357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352B"/>
                </a:solidFill>
                <a:latin typeface="DejaVu Sans Mono"/>
                <a:ea typeface="DejaVu Sans Mono"/>
                <a:cs typeface="DejaVu Sans Mono"/>
              </a:defRPr>
            </a:pPr>
            <a:r>
              <a:rPr sz="1875" b="1">
                <a:solidFill>
                  <a:srgbClr val="17352B"/>
                </a:solidFill>
                <a:latin typeface="DejaVu Sans Mono"/>
                <a:ea typeface="DejaVu Sans Mono"/>
                <a:cs typeface="DejaVu Sans Mono"/>
              </a:rPr>
              <a:t>residual[t] = PurpleAir[t] - CAMS[t]</a:t>
            </a:r>
          </a:p>
        </p:txBody>
      </p:sp>
      <p:sp>
        <p:nvSpPr>
          <p:cNvPr id="7" name="">
            <a:extLst xmlns:a="http://schemas.openxmlformats.org/drawingml/2006/main">
              <a:ext uri="{FF2B5EF4-FFF2-40B4-BE49-F238E27FC236}">
                <a16:creationId xmlns:a16="http://schemas.microsoft.com/office/drawing/2014/main" id="{3CB0C190-22C1-49DE-B731-AF6737F01842}"/>
              </a:ext>
            </a:extLst>
          </p:cNvPr>
          <p:cNvSpPr>
            <a:spLocks xmlns:a="http://schemas.openxmlformats.org/drawingml/2006/main" noGrp="1"/>
          </p:cNvSpPr>
          <p:nvPr/>
        </p:nvSpPr>
        <p:spPr>
          <a:xfrm xmlns:a="http://schemas.openxmlformats.org/drawingml/2006/main">
            <a:off x="1028700" y="259080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17352B"/>
                </a:solidFill>
                <a:latin typeface="DejaVu Sans Mono"/>
                <a:ea typeface="DejaVu Sans Mono"/>
                <a:cs typeface="DejaVu Sans Mono"/>
              </a:defRPr>
            </a:pPr>
            <a:r>
              <a:rPr sz="1800" b="1">
                <a:solidFill>
                  <a:srgbClr val="17352B"/>
                </a:solidFill>
                <a:latin typeface="DejaVu Sans Mono"/>
                <a:ea typeface="DejaVu Sans Mono"/>
                <a:cs typeface="DejaVu Sans Mono"/>
              </a:rPr>
              <a:t>error[t] = residual[t] - bias_before[t]</a:t>
            </a:r>
          </a:p>
        </p:txBody>
      </p:sp>
      <p:sp>
        <p:nvSpPr>
          <p:cNvPr id="8" name="">
            <a:extLst xmlns:a="http://schemas.openxmlformats.org/drawingml/2006/main">
              <a:ext uri="{FF2B5EF4-FFF2-40B4-BE49-F238E27FC236}">
                <a16:creationId xmlns:a16="http://schemas.microsoft.com/office/drawing/2014/main" id="{2F6B23F5-8258-4AF7-A312-1A28D4964BC4}"/>
              </a:ext>
            </a:extLst>
          </p:cNvPr>
          <p:cNvSpPr>
            <a:spLocks xmlns:a="http://schemas.openxmlformats.org/drawingml/2006/main" noGrp="1"/>
          </p:cNvSpPr>
          <p:nvPr/>
        </p:nvSpPr>
        <p:spPr>
          <a:xfrm xmlns:a="http://schemas.openxmlformats.org/drawingml/2006/main">
            <a:off x="1028700" y="324802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950" b="1">
                <a:solidFill>
                  <a:srgbClr val="0F6E41"/>
                </a:solidFill>
                <a:latin typeface="DejaVu Sans Mono"/>
                <a:ea typeface="DejaVu Sans Mono"/>
                <a:cs typeface="DejaVu Sans Mono"/>
              </a:defRPr>
            </a:pPr>
            <a:r>
              <a:rPr sz="1950" b="1">
                <a:solidFill>
                  <a:srgbClr val="0F6E41"/>
                </a:solidFill>
                <a:latin typeface="DejaVu Sans Mono"/>
                <a:ea typeface="DejaVu Sans Mono"/>
                <a:cs typeface="DejaVu Sans Mono"/>
              </a:rPr>
              <a:t>delta[t] = error[t] &gt;&gt;&gt; 3</a:t>
            </a:r>
          </a:p>
        </p:txBody>
      </p:sp>
      <p:sp>
        <p:nvSpPr>
          <p:cNvPr id="9" name="">
            <a:extLst xmlns:a="http://schemas.openxmlformats.org/drawingml/2006/main">
              <a:ext uri="{FF2B5EF4-FFF2-40B4-BE49-F238E27FC236}">
                <a16:creationId xmlns:a16="http://schemas.microsoft.com/office/drawing/2014/main" id="{B65F5973-DE2C-4657-8B9D-A858D05EF722}"/>
              </a:ext>
            </a:extLst>
          </p:cNvPr>
          <p:cNvSpPr>
            <a:spLocks xmlns:a="http://schemas.openxmlformats.org/drawingml/2006/main" noGrp="1"/>
          </p:cNvSpPr>
          <p:nvPr/>
        </p:nvSpPr>
        <p:spPr>
          <a:xfrm xmlns:a="http://schemas.openxmlformats.org/drawingml/2006/main">
            <a:off x="1028700" y="409575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056839"/>
                </a:solidFill>
                <a:latin typeface="DejaVu Sans Mono"/>
                <a:ea typeface="DejaVu Sans Mono"/>
                <a:cs typeface="DejaVu Sans Mono"/>
              </a:defRPr>
            </a:pPr>
            <a:r>
              <a:rPr sz="1800" b="1">
                <a:solidFill>
                  <a:srgbClr val="056839"/>
                </a:solidFill>
                <a:latin typeface="DejaVu Sans Mono"/>
                <a:ea typeface="DejaVu Sans Mono"/>
                <a:cs typeface="DejaVu Sans Mono"/>
              </a:rPr>
              <a:t>fused[t] = sat(CAMS[t] + bias_before[t])</a:t>
            </a:r>
          </a:p>
        </p:txBody>
      </p:sp>
      <p:sp>
        <p:nvSpPr>
          <p:cNvPr id="10" name="">
            <a:extLst xmlns:a="http://schemas.openxmlformats.org/drawingml/2006/main">
              <a:ext uri="{FF2B5EF4-FFF2-40B4-BE49-F238E27FC236}">
                <a16:creationId xmlns:a16="http://schemas.microsoft.com/office/drawing/2014/main" id="{463A2F6F-082B-4ABA-8841-FC10B04DD077}"/>
              </a:ext>
            </a:extLst>
          </p:cNvPr>
          <p:cNvSpPr>
            <a:spLocks xmlns:a="http://schemas.openxmlformats.org/drawingml/2006/main" noGrp="1"/>
          </p:cNvSpPr>
          <p:nvPr/>
        </p:nvSpPr>
        <p:spPr>
          <a:xfrm xmlns:a="http://schemas.openxmlformats.org/drawingml/2006/main">
            <a:off x="8763000" y="1790700"/>
            <a:ext cx="2286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09"/>
          </a:bodyPr>
          <a:lstStyle xmlns:a="http://schemas.openxmlformats.org/drawingml/2006/main"/>
          <a:p xmlns:a="http://schemas.openxmlformats.org/drawingml/2006/main">
            <a:pPr algn="ctr">
              <a:defRPr sz="4200" b="1">
                <a:solidFill>
                  <a:srgbClr val="0F6E41"/>
                </a:solidFill>
                <a:latin typeface="Noto Sans"/>
                <a:ea typeface="Noto Sans"/>
                <a:cs typeface="Noto Sans"/>
              </a:defRPr>
            </a:pPr>
            <a:r>
              <a:rPr sz="4200" b="1">
                <a:solidFill>
                  <a:srgbClr val="0F6E41"/>
                </a:solidFill>
                <a:latin typeface="Noto Sans"/>
                <a:ea typeface="Noto Sans"/>
                <a:cs typeface="Noto Sans"/>
              </a:rPr>
              <a:t>x16</a:t>
            </a:r>
          </a:p>
        </p:txBody>
      </p:sp>
      <p:sp>
        <p:nvSpPr>
          <p:cNvPr id="11" name="">
            <a:extLst xmlns:a="http://schemas.openxmlformats.org/drawingml/2006/main">
              <a:ext uri="{FF2B5EF4-FFF2-40B4-BE49-F238E27FC236}">
                <a16:creationId xmlns:a16="http://schemas.microsoft.com/office/drawing/2014/main" id="{6D6D5F86-1446-4145-8CDC-83DB61824E6E}"/>
              </a:ext>
            </a:extLst>
          </p:cNvPr>
          <p:cNvSpPr>
            <a:spLocks xmlns:a="http://schemas.openxmlformats.org/drawingml/2006/main" noGrp="1"/>
          </p:cNvSpPr>
          <p:nvPr/>
        </p:nvSpPr>
        <p:spPr>
          <a:xfrm xmlns:a="http://schemas.openxmlformats.org/drawingml/2006/main">
            <a:off x="8572500" y="253365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0">
                <a:solidFill>
                  <a:srgbClr val="5D6B66"/>
                </a:solidFill>
                <a:latin typeface="Noto Sans"/>
                <a:ea typeface="Noto Sans"/>
                <a:cs typeface="Noto Sans"/>
              </a:defRPr>
            </a:pPr>
            <a:r>
              <a:rPr sz="1500" b="0">
                <a:solidFill>
                  <a:srgbClr val="5D6B66"/>
                </a:solidFill>
                <a:latin typeface="Noto Sans"/>
                <a:ea typeface="Noto Sans"/>
                <a:cs typeface="Noto Sans"/>
              </a:rPr>
              <a:t>Số nguyên có dấu</a:t>
            </a:r>
          </a:p>
        </p:txBody>
      </p:sp>
      <p:sp>
        <p:nvSpPr>
          <p:cNvPr id="12" name="">
            <a:extLst xmlns:a="http://schemas.openxmlformats.org/drawingml/2006/main">
              <a:ext uri="{FF2B5EF4-FFF2-40B4-BE49-F238E27FC236}">
                <a16:creationId xmlns:a16="http://schemas.microsoft.com/office/drawing/2014/main" id="{75BB0E9B-8779-4C43-AAB2-D1EA52A78FA3}"/>
              </a:ext>
            </a:extLst>
          </p:cNvPr>
          <p:cNvSpPr>
            <a:spLocks xmlns:a="http://schemas.openxmlformats.org/drawingml/2006/main" noGrp="1"/>
          </p:cNvSpPr>
          <p:nvPr/>
        </p:nvSpPr>
        <p:spPr>
          <a:xfrm xmlns:a="http://schemas.openxmlformats.org/drawingml/2006/main">
            <a:off x="8572500" y="3105150"/>
            <a:ext cx="2667000" cy="0"/>
          </a:xfrm>
          <a:prstGeom xmlns:a="http://schemas.openxmlformats.org/drawingml/2006/main" prst="line">
            <a:avLst/>
          </a:prstGeom>
          <a:noFill xmlns:a="http://schemas.openxmlformats.org/drawingml/2006/main"/>
          <a:ln xmlns:a="http://schemas.openxmlformats.org/drawingml/2006/main" w="38100">
            <a:solidFill>
              <a:srgbClr val="0F6E41"/>
            </a:solidFill>
          </a:ln>
        </p:spPr>
      </p:sp>
      <p:sp>
        <p:nvSpPr>
          <p:cNvPr id="13" name="">
            <a:extLst xmlns:a="http://schemas.openxmlformats.org/drawingml/2006/main">
              <a:ext uri="{FF2B5EF4-FFF2-40B4-BE49-F238E27FC236}">
                <a16:creationId xmlns:a16="http://schemas.microsoft.com/office/drawing/2014/main" id="{8324BD0D-C81F-44A5-844E-32CA0DAA44B8}"/>
              </a:ext>
            </a:extLst>
          </p:cNvPr>
          <p:cNvSpPr>
            <a:spLocks xmlns:a="http://schemas.openxmlformats.org/drawingml/2006/main" noGrp="1"/>
          </p:cNvSpPr>
          <p:nvPr/>
        </p:nvSpPr>
        <p:spPr>
          <a:xfrm xmlns:a="http://schemas.openxmlformats.org/drawingml/2006/main">
            <a:off x="8686800" y="3390900"/>
            <a:ext cx="1104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1">
                <a:solidFill>
                  <a:srgbClr val="0F6E41"/>
                </a:solidFill>
                <a:latin typeface="Noto Sans"/>
                <a:ea typeface="Noto Sans"/>
                <a:cs typeface="Noto Sans"/>
              </a:defRPr>
            </a:pPr>
            <a:r>
              <a:rPr sz="1575" b="1">
                <a:solidFill>
                  <a:srgbClr val="0F6E41"/>
                </a:solidFill>
                <a:latin typeface="Noto Sans"/>
                <a:ea typeface="Noto Sans"/>
                <a:cs typeface="Noto Sans"/>
              </a:rPr>
              <a:t>QC đạt</a:t>
            </a:r>
          </a:p>
        </p:txBody>
      </p:sp>
      <p:sp>
        <p:nvSpPr>
          <p:cNvPr id="14" name="">
            <a:extLst xmlns:a="http://schemas.openxmlformats.org/drawingml/2006/main">
              <a:ext uri="{FF2B5EF4-FFF2-40B4-BE49-F238E27FC236}">
                <a16:creationId xmlns:a16="http://schemas.microsoft.com/office/drawing/2014/main" id="{921D7B26-ABD4-4383-9117-AC5A08028EBF}"/>
              </a:ext>
            </a:extLst>
          </p:cNvPr>
          <p:cNvSpPr>
            <a:spLocks xmlns:a="http://schemas.openxmlformats.org/drawingml/2006/main" noGrp="1"/>
          </p:cNvSpPr>
          <p:nvPr/>
        </p:nvSpPr>
        <p:spPr>
          <a:xfrm xmlns:a="http://schemas.openxmlformats.org/drawingml/2006/main">
            <a:off x="9791700" y="3390900"/>
            <a:ext cx="161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47"/>
          </a:bodyPr>
          <a:lstStyle xmlns:a="http://schemas.openxmlformats.org/drawingml/2006/main"/>
          <a:p xmlns:a="http://schemas.openxmlformats.org/drawingml/2006/main">
            <a:pPr>
              <a:defRPr sz="1500" b="0">
                <a:solidFill>
                  <a:srgbClr val="17352B"/>
                </a:solidFill>
                <a:latin typeface="Noto Sans"/>
                <a:ea typeface="Noto Sans"/>
                <a:cs typeface="Noto Sans"/>
              </a:defRPr>
            </a:pPr>
            <a:r>
              <a:rPr sz="1500" b="0">
                <a:solidFill>
                  <a:srgbClr val="17352B"/>
                </a:solidFill>
                <a:latin typeface="Noto Sans"/>
                <a:ea typeface="Noto Sans"/>
                <a:cs typeface="Noto Sans"/>
              </a:rPr>
              <a:t>Cập nhật độ lệch</a:t>
            </a:r>
          </a:p>
        </p:txBody>
      </p:sp>
      <p:sp>
        <p:nvSpPr>
          <p:cNvPr id="15" name="">
            <a:extLst xmlns:a="http://schemas.openxmlformats.org/drawingml/2006/main">
              <a:ext uri="{FF2B5EF4-FFF2-40B4-BE49-F238E27FC236}">
                <a16:creationId xmlns:a16="http://schemas.microsoft.com/office/drawing/2014/main" id="{31A91BFB-74F4-4D3A-9094-C0016ADBB4BE}"/>
              </a:ext>
            </a:extLst>
          </p:cNvPr>
          <p:cNvSpPr>
            <a:spLocks xmlns:a="http://schemas.openxmlformats.org/drawingml/2006/main" noGrp="1"/>
          </p:cNvSpPr>
          <p:nvPr/>
        </p:nvSpPr>
        <p:spPr>
          <a:xfrm xmlns:a="http://schemas.openxmlformats.org/drawingml/2006/main">
            <a:off x="8686800" y="3962400"/>
            <a:ext cx="1390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127"/>
          </a:bodyPr>
          <a:lstStyle xmlns:a="http://schemas.openxmlformats.org/drawingml/2006/main"/>
          <a:p xmlns:a="http://schemas.openxmlformats.org/drawingml/2006/main">
            <a:pPr>
              <a:defRPr sz="1500" b="1">
                <a:solidFill>
                  <a:srgbClr val="5D6B66"/>
                </a:solidFill>
                <a:latin typeface="Noto Sans"/>
                <a:ea typeface="Noto Sans"/>
                <a:cs typeface="Noto Sans"/>
              </a:defRPr>
            </a:pPr>
            <a:r>
              <a:rPr sz="1500" b="1">
                <a:solidFill>
                  <a:srgbClr val="5D6B66"/>
                </a:solidFill>
                <a:latin typeface="Noto Sans"/>
                <a:ea typeface="Noto Sans"/>
                <a:cs typeface="Noto Sans"/>
              </a:rPr>
              <a:t>QC không đạt</a:t>
            </a:r>
          </a:p>
        </p:txBody>
      </p:sp>
      <p:sp>
        <p:nvSpPr>
          <p:cNvPr id="16" name="">
            <a:extLst xmlns:a="http://schemas.openxmlformats.org/drawingml/2006/main">
              <a:ext uri="{FF2B5EF4-FFF2-40B4-BE49-F238E27FC236}">
                <a16:creationId xmlns:a16="http://schemas.microsoft.com/office/drawing/2014/main" id="{698C8397-4F8B-4FAF-A3D6-C5E45BF09C83}"/>
              </a:ext>
            </a:extLst>
          </p:cNvPr>
          <p:cNvSpPr>
            <a:spLocks xmlns:a="http://schemas.openxmlformats.org/drawingml/2006/main" noGrp="1"/>
          </p:cNvSpPr>
          <p:nvPr/>
        </p:nvSpPr>
        <p:spPr>
          <a:xfrm xmlns:a="http://schemas.openxmlformats.org/drawingml/2006/main">
            <a:off x="10077450" y="3962400"/>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2"/>
          </a:bodyPr>
          <a:lstStyle xmlns:a="http://schemas.openxmlformats.org/drawingml/2006/main"/>
          <a:p xmlns:a="http://schemas.openxmlformats.org/drawingml/2006/main">
            <a:pPr>
              <a:defRPr sz="1500" b="0">
                <a:solidFill>
                  <a:srgbClr val="17352B"/>
                </a:solidFill>
                <a:latin typeface="Noto Sans"/>
                <a:ea typeface="Noto Sans"/>
                <a:cs typeface="Noto Sans"/>
              </a:defRPr>
            </a:pPr>
            <a:r>
              <a:rPr sz="1500" b="0">
                <a:solidFill>
                  <a:srgbClr val="17352B"/>
                </a:solidFill>
                <a:latin typeface="Noto Sans"/>
                <a:ea typeface="Noto Sans"/>
                <a:cs typeface="Noto Sans"/>
              </a:rPr>
              <a:t>Giữ trạng thái</a:t>
            </a:r>
          </a:p>
        </p:txBody>
      </p:sp>
      <p:sp>
        <p:nvSpPr>
          <p:cNvPr id="17" name="">
            <a:extLst xmlns:a="http://schemas.openxmlformats.org/drawingml/2006/main">
              <a:ext uri="{FF2B5EF4-FFF2-40B4-BE49-F238E27FC236}">
                <a16:creationId xmlns:a16="http://schemas.microsoft.com/office/drawing/2014/main" id="{050E32A3-9A9F-4E98-9F1D-712D95C6B659}"/>
              </a:ext>
            </a:extLst>
          </p:cNvPr>
          <p:cNvSpPr>
            <a:spLocks xmlns:a="http://schemas.openxmlformats.org/drawingml/2006/main" noGrp="1"/>
          </p:cNvSpPr>
          <p:nvPr/>
        </p:nvSpPr>
        <p:spPr>
          <a:xfrm xmlns:a="http://schemas.openxmlformats.org/drawingml/2006/main">
            <a:off x="1562100" y="5314950"/>
            <a:ext cx="9067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2025" b="1">
                <a:solidFill>
                  <a:srgbClr val="056839"/>
                </a:solidFill>
                <a:latin typeface="Noto Sans"/>
                <a:ea typeface="Noto Sans"/>
                <a:cs typeface="Noto Sans"/>
              </a:defRPr>
            </a:pPr>
            <a:r>
              <a:rPr sz="2025" b="1">
                <a:solidFill>
                  <a:srgbClr val="056839"/>
                </a:solidFill>
                <a:latin typeface="Noto Sans"/>
                <a:ea typeface="Noto Sans"/>
                <a:cs typeface="Noto Sans"/>
              </a:rPr>
              <a:t>Đầu ra của mẫu hiện tại dùng độ lệch trước cập nhật</a:t>
            </a:r>
          </a:p>
        </p:txBody>
      </p:sp>
      <p:sp>
        <p:nvSpPr>
          <p:cNvPr id="18" name="">
            <a:extLst xmlns:a="http://schemas.openxmlformats.org/drawingml/2006/main">
              <a:ext uri="{FF2B5EF4-FFF2-40B4-BE49-F238E27FC236}">
                <a16:creationId xmlns:a16="http://schemas.microsoft.com/office/drawing/2014/main" id="{B00A12B2-1937-4518-9E5C-F90B6C390220}"/>
              </a:ext>
            </a:extLst>
          </p:cNvPr>
          <p:cNvSpPr>
            <a:spLocks xmlns:a="http://schemas.openxmlformats.org/drawingml/2006/main" noGrp="1"/>
          </p:cNvSpPr>
          <p:nvPr/>
        </p:nvSpPr>
        <p:spPr>
          <a:xfrm xmlns:a="http://schemas.openxmlformats.org/drawingml/2006/main">
            <a:off x="2628900" y="5810250"/>
            <a:ext cx="6934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333"/>
          </a:bodyPr>
          <a:lstStyle xmlns:a="http://schemas.openxmlformats.org/drawingml/2006/main"/>
          <a:p xmlns:a="http://schemas.openxmlformats.org/drawingml/2006/main">
            <a:pPr algn="ctr">
              <a:defRPr sz="1500" b="0">
                <a:solidFill>
                  <a:srgbClr val="5D6B66"/>
                </a:solidFill>
                <a:latin typeface="Noto Sans"/>
                <a:ea typeface="Noto Sans"/>
                <a:cs typeface="Noto Sans"/>
              </a:defRPr>
            </a:pPr>
            <a:r>
              <a:rPr sz="1500" b="0">
                <a:solidFill>
                  <a:srgbClr val="5D6B66"/>
                </a:solidFill>
                <a:latin typeface="Noto Sans"/>
                <a:ea typeface="Noto Sans"/>
                <a:cs typeface="Noto Sans"/>
              </a:rPr>
              <a:t>Cấu hình đang triển khai: S = 3, alpha = 1/8</a:t>
            </a:r>
          </a:p>
        </p:txBody>
      </p:sp>
      <p:sp>
        <p:nvSpPr>
          <p:cNvPr id="19" name="">
            <a:extLst xmlns:a="http://schemas.openxmlformats.org/drawingml/2006/main">
              <a:ext uri="{FF2B5EF4-FFF2-40B4-BE49-F238E27FC236}">
                <a16:creationId xmlns:a16="http://schemas.microsoft.com/office/drawing/2014/main" id="{9A801465-A5D7-4A9F-ABAE-FBB71A96E372}"/>
              </a:ext>
            </a:extLst>
          </p:cNvPr>
          <p:cNvSpPr>
            <a:spLocks xmlns:a="http://schemas.openxmlformats.org/drawingml/2006/main" noGrp="1"/>
          </p:cNvSpPr>
          <p:nvPr/>
        </p:nvSpPr>
        <p:spPr>
          <a:xfrm xmlns:a="http://schemas.openxmlformats.org/drawingml/2006/main">
            <a:off x="590550" y="6419850"/>
            <a:ext cx="11010900" cy="0"/>
          </a:xfrm>
          <a:prstGeom xmlns:a="http://schemas.openxmlformats.org/drawingml/2006/main" prst="line">
            <a:avLst/>
          </a:prstGeom>
          <a:noFill xmlns:a="http://schemas.openxmlformats.org/drawingml/2006/main"/>
          <a:ln xmlns:a="http://schemas.openxmlformats.org/drawingml/2006/main" w="9525">
            <a:solidFill>
              <a:srgbClr val="C8D8CF"/>
            </a:solidFill>
          </a:ln>
        </p:spPr>
      </p:sp>
      <p:sp>
        <p:nvSpPr>
          <p:cNvPr id="20" name="">
            <a:extLst xmlns:a="http://schemas.openxmlformats.org/drawingml/2006/main">
              <a:ext uri="{FF2B5EF4-FFF2-40B4-BE49-F238E27FC236}">
                <a16:creationId xmlns:a16="http://schemas.microsoft.com/office/drawing/2014/main" id="{7DE154E0-F1D0-44FB-AC6A-7D6F1FCCEE4E}"/>
              </a:ext>
            </a:extLst>
          </p:cNvPr>
          <p:cNvSpPr>
            <a:spLocks xmlns:a="http://schemas.openxmlformats.org/drawingml/2006/main" noGrp="1"/>
          </p:cNvSpPr>
          <p:nvPr/>
        </p:nvSpPr>
        <p:spPr>
          <a:xfrm xmlns:a="http://schemas.openxmlformats.org/drawingml/2006/main">
            <a:off x="628650" y="6477000"/>
            <a:ext cx="638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5D6B66"/>
                </a:solidFill>
                <a:latin typeface="Noto Sans"/>
                <a:ea typeface="Noto Sans"/>
                <a:cs typeface="Noto Sans"/>
              </a:defRPr>
            </a:pPr>
            <a:r>
              <a:rPr sz="900" b="1">
                <a:solidFill>
                  <a:srgbClr val="5D6B66"/>
                </a:solidFill>
                <a:latin typeface="Noto Sans"/>
                <a:ea typeface="Noto Sans"/>
                <a:cs typeface="Noto Sans"/>
              </a:rPr>
              <a:t>CHUNG KẾT CUỘC THI THIẾT KẾ VI MẠCH UIT III</a:t>
            </a:r>
          </a:p>
        </p:txBody>
      </p:sp>
      <p:sp>
        <p:nvSpPr>
          <p:cNvPr id="21" name="">
            <a:extLst xmlns:a="http://schemas.openxmlformats.org/drawingml/2006/main">
              <a:ext uri="{FF2B5EF4-FFF2-40B4-BE49-F238E27FC236}">
                <a16:creationId xmlns:a16="http://schemas.microsoft.com/office/drawing/2014/main" id="{B039CDF3-23C5-4D0A-A38C-FBC053DD97A1}"/>
              </a:ext>
            </a:extLst>
          </p:cNvPr>
          <p:cNvSpPr>
            <a:spLocks xmlns:a="http://schemas.openxmlformats.org/drawingml/2006/main" noGrp="1"/>
          </p:cNvSpPr>
          <p:nvPr/>
        </p:nvSpPr>
        <p:spPr>
          <a:xfrm xmlns:a="http://schemas.openxmlformats.org/drawingml/2006/main">
            <a:off x="110680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5D6B66"/>
                </a:solidFill>
                <a:latin typeface="Noto Sans"/>
                <a:ea typeface="Noto Sans"/>
                <a:cs typeface="Noto Sans"/>
              </a:defRPr>
            </a:pPr>
            <a:r>
              <a:rPr sz="975" b="1">
                <a:solidFill>
                  <a:srgbClr val="5D6B66"/>
                </a:solidFill>
                <a:latin typeface="Noto Sans"/>
                <a:ea typeface="Noto Sans"/>
                <a:cs typeface="Noto Sans"/>
              </a:rPr>
              <a:t>4</a:t>
            </a:r>
          </a:p>
        </p:txBody>
      </p:sp>
    </p:spTree>
    <p:extLst>
      <p:ext uri="{BB962C8B-B14F-4D97-AF65-F5344CB8AC3E}">
        <p14:creationId xmlns:p14="http://schemas.microsoft.com/office/powerpoint/2010/main" val="48332941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44B6A14-6F35-4706-89EB-A9FBD83B458C}"/>
              </a:ext>
            </a:extLst>
          </p:cNvPr>
          <p:cNvSpPr>
            <a:spLocks xmlns:a="http://schemas.openxmlformats.org/drawingml/2006/main" noGrp="1"/>
          </p:cNvSpPr>
          <p:nvPr/>
        </p:nvSpPr>
        <p:spPr>
          <a:xfrm xmlns:a="http://schemas.openxmlformats.org/drawingml/2006/main">
            <a:off x="628650" y="32385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619"/>
          </a:bodyPr>
          <a:lstStyle xmlns:a="http://schemas.openxmlformats.org/drawingml/2006/main"/>
          <a:p xmlns:a="http://schemas.openxmlformats.org/drawingml/2006/main">
            <a:pPr>
              <a:defRPr sz="1050" b="1">
                <a:solidFill>
                  <a:srgbClr val="0F6E41"/>
                </a:solidFill>
                <a:latin typeface="Noto Sans"/>
                <a:ea typeface="Noto Sans"/>
                <a:cs typeface="Noto Sans"/>
              </a:defRPr>
            </a:pPr>
            <a:r>
              <a:rPr sz="1050" b="1">
                <a:solidFill>
                  <a:srgbClr val="0F6E41"/>
                </a:solidFill>
                <a:latin typeface="Noto Sans"/>
                <a:ea typeface="Noto Sans"/>
                <a:cs typeface="Noto Sans"/>
              </a:rPr>
              <a:t>05</a:t>
            </a:r>
          </a:p>
        </p:txBody>
      </p:sp>
      <p:sp>
        <p:nvSpPr>
          <p:cNvPr id="2" name="">
            <a:extLst xmlns:a="http://schemas.openxmlformats.org/drawingml/2006/main">
              <a:ext uri="{FF2B5EF4-FFF2-40B4-BE49-F238E27FC236}">
                <a16:creationId xmlns:a16="http://schemas.microsoft.com/office/drawing/2014/main" id="{B342BEBB-4D75-4AFE-8AE5-5118E49B3D23}"/>
              </a:ext>
            </a:extLst>
          </p:cNvPr>
          <p:cNvSpPr>
            <a:spLocks xmlns:a="http://schemas.openxmlformats.org/drawingml/2006/main" noGrp="1"/>
          </p:cNvSpPr>
          <p:nvPr/>
        </p:nvSpPr>
        <p:spPr>
          <a:xfrm xmlns:a="http://schemas.openxmlformats.org/drawingml/2006/main">
            <a:off x="628650" y="590550"/>
            <a:ext cx="1028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625" b="1">
                <a:solidFill>
                  <a:srgbClr val="17352B"/>
                </a:solidFill>
                <a:latin typeface="Noto Sans"/>
                <a:ea typeface="Noto Sans"/>
                <a:cs typeface="Noto Sans"/>
              </a:defRPr>
            </a:pPr>
            <a:r>
              <a:rPr sz="2625" b="1">
                <a:solidFill>
                  <a:srgbClr val="17352B"/>
                </a:solidFill>
                <a:latin typeface="Noto Sans"/>
                <a:ea typeface="Noto Sans"/>
                <a:cs typeface="Noto Sans"/>
              </a:rPr>
              <a:t>Dữ liệu và kiểm soát chất lượng</a:t>
            </a:r>
          </a:p>
        </p:txBody>
      </p:sp>
      <p:sp>
        <p:nvSpPr>
          <p:cNvPr id="3" name="">
            <a:extLst xmlns:a="http://schemas.openxmlformats.org/drawingml/2006/main">
              <a:ext uri="{FF2B5EF4-FFF2-40B4-BE49-F238E27FC236}">
                <a16:creationId xmlns:a16="http://schemas.microsoft.com/office/drawing/2014/main" id="{51E0562C-936D-4E5D-8CF9-EC0DAC9871AB}"/>
              </a:ext>
            </a:extLst>
          </p:cNvPr>
          <p:cNvSpPr>
            <a:spLocks xmlns:a="http://schemas.openxmlformats.org/drawingml/2006/main" noGrp="1"/>
          </p:cNvSpPr>
          <p:nvPr/>
        </p:nvSpPr>
        <p:spPr>
          <a:xfrm xmlns:a="http://schemas.openxmlformats.org/drawingml/2006/main">
            <a:off x="628650" y="1257300"/>
            <a:ext cx="876300" cy="0"/>
          </a:xfrm>
          <a:prstGeom xmlns:a="http://schemas.openxmlformats.org/drawingml/2006/main" prst="line">
            <a:avLst/>
          </a:prstGeom>
          <a:noFill xmlns:a="http://schemas.openxmlformats.org/drawingml/2006/main"/>
          <a:ln xmlns:a="http://schemas.openxmlformats.org/drawingml/2006/main" w="47625">
            <a:solidFill>
              <a:srgbClr val="0F6E41"/>
            </a:solidFill>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219e5bdb3a5840ff"/>
          <a:stretch xmlns:a="http://schemas.openxmlformats.org/drawingml/2006/main"/>
        </p:blipFill>
        <p:spPr>
          <a:xfrm xmlns:a="http://schemas.openxmlformats.org/drawingml/2006/main">
            <a:off x="11249025" y="228600"/>
            <a:ext cx="476250" cy="476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9AFA94B-B37B-4D58-A23B-6FCE67A1535E}"/>
              </a:ext>
            </a:extLst>
          </p:cNvPr>
          <p:cNvSpPr>
            <a:spLocks xmlns:a="http://schemas.openxmlformats.org/drawingml/2006/main" noGrp="1"/>
          </p:cNvSpPr>
          <p:nvPr/>
        </p:nvSpPr>
        <p:spPr>
          <a:xfrm xmlns:a="http://schemas.openxmlformats.org/drawingml/2006/main">
            <a:off x="781050" y="1638300"/>
            <a:ext cx="571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484"/>
          </a:bodyPr>
          <a:lstStyle xmlns:a="http://schemas.openxmlformats.org/drawingml/2006/main"/>
          <a:p xmlns:a="http://schemas.openxmlformats.org/drawingml/2006/main">
            <a:pPr>
              <a:defRPr sz="2100" b="1">
                <a:solidFill>
                  <a:srgbClr val="0F6E41"/>
                </a:solidFill>
                <a:latin typeface="Noto Sans"/>
                <a:ea typeface="Noto Sans"/>
                <a:cs typeface="Noto Sans"/>
              </a:defRPr>
            </a:pPr>
            <a:r>
              <a:rPr sz="2100" b="1">
                <a:solidFill>
                  <a:srgbClr val="0F6E41"/>
                </a:solidFill>
                <a:latin typeface="Noto Sans"/>
                <a:ea typeface="Noto Sans"/>
                <a:cs typeface="Noto Sans"/>
              </a:rPr>
              <a:t>4.137 mẫu PurpleAir ở độ phân giải 10 phút</a:t>
            </a:r>
          </a:p>
        </p:txBody>
      </p:sp>
      <p:sp>
        <p:nvSpPr>
          <p:cNvPr id="6" name="">
            <a:extLst xmlns:a="http://schemas.openxmlformats.org/drawingml/2006/main">
              <a:ext uri="{FF2B5EF4-FFF2-40B4-BE49-F238E27FC236}">
                <a16:creationId xmlns:a16="http://schemas.microsoft.com/office/drawing/2014/main" id="{0D6D6946-0A34-4932-B309-B2CC9A150226}"/>
              </a:ext>
            </a:extLst>
          </p:cNvPr>
          <p:cNvSpPr>
            <a:spLocks xmlns:a="http://schemas.openxmlformats.org/drawingml/2006/main" noGrp="1"/>
          </p:cNvSpPr>
          <p:nvPr/>
        </p:nvSpPr>
        <p:spPr>
          <a:xfrm xmlns:a="http://schemas.openxmlformats.org/drawingml/2006/main">
            <a:off x="781050" y="209550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5D6B66"/>
                </a:solidFill>
                <a:latin typeface="Noto Sans"/>
                <a:ea typeface="Noto Sans"/>
                <a:cs typeface="Noto Sans"/>
              </a:defRPr>
            </a:pPr>
            <a:r>
              <a:rPr sz="1350" b="0">
                <a:solidFill>
                  <a:srgbClr val="5D6B66"/>
                </a:solidFill>
                <a:latin typeface="Noto Sans"/>
                <a:ea typeface="Noto Sans"/>
                <a:cs typeface="Noto Sans"/>
              </a:rPr>
              <a:t>Tập dữ liệu chốt đến 11:50 ngày 07/09/2026</a:t>
            </a:r>
          </a:p>
        </p:txBody>
      </p:sp>
      <p:sp>
        <p:nvSpPr>
          <p:cNvPr id="7" name="">
            <a:extLst xmlns:a="http://schemas.openxmlformats.org/drawingml/2006/main">
              <a:ext uri="{FF2B5EF4-FFF2-40B4-BE49-F238E27FC236}">
                <a16:creationId xmlns:a16="http://schemas.microsoft.com/office/drawing/2014/main" id="{46AD4B92-20C2-43F9-9394-A2AA767D944D}"/>
              </a:ext>
            </a:extLst>
          </p:cNvPr>
          <p:cNvSpPr>
            <a:spLocks xmlns:a="http://schemas.openxmlformats.org/drawingml/2006/main" noGrp="1"/>
          </p:cNvSpPr>
          <p:nvPr/>
        </p:nvSpPr>
        <p:spPr>
          <a:xfrm xmlns:a="http://schemas.openxmlformats.org/drawingml/2006/main">
            <a:off x="819150" y="2895600"/>
            <a:ext cx="2857500" cy="1104900"/>
          </a:xfrm>
          <a:prstGeom xmlns:a="http://schemas.openxmlformats.org/drawingml/2006/main" prst="roundRect">
            <a:avLst>
              <a:gd name="adj" fmla="val 13793"/>
            </a:avLst>
          </a:prstGeom>
          <a:solidFill xmlns:a="http://schemas.openxmlformats.org/drawingml/2006/main">
            <a:srgbClr val="EAF5EF"/>
          </a:solidFill>
          <a:ln xmlns:a="http://schemas.openxmlformats.org/drawingml/2006/main" w="19050">
            <a:solidFill>
              <a:srgbClr val="0F6E41"/>
            </a:solidFill>
          </a:ln>
        </p:spPr>
      </p:sp>
      <p:sp>
        <p:nvSpPr>
          <p:cNvPr id="8" name="">
            <a:extLst xmlns:a="http://schemas.openxmlformats.org/drawingml/2006/main">
              <a:ext uri="{FF2B5EF4-FFF2-40B4-BE49-F238E27FC236}">
                <a16:creationId xmlns:a16="http://schemas.microsoft.com/office/drawing/2014/main" id="{94D344A3-E9AF-4C46-AF2A-5CFE988EDF41}"/>
              </a:ext>
            </a:extLst>
          </p:cNvPr>
          <p:cNvSpPr>
            <a:spLocks xmlns:a="http://schemas.openxmlformats.org/drawingml/2006/main" noGrp="1"/>
          </p:cNvSpPr>
          <p:nvPr/>
        </p:nvSpPr>
        <p:spPr>
          <a:xfrm xmlns:a="http://schemas.openxmlformats.org/drawingml/2006/main">
            <a:off x="990600" y="3067050"/>
            <a:ext cx="2514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148"/>
          </a:bodyPr>
          <a:lstStyle xmlns:a="http://schemas.openxmlformats.org/drawingml/2006/main"/>
          <a:p xmlns:a="http://schemas.openxmlformats.org/drawingml/2006/main">
            <a:pPr algn="ctr">
              <a:defRPr sz="2700" b="1">
                <a:solidFill>
                  <a:srgbClr val="056839"/>
                </a:solidFill>
                <a:latin typeface="Noto Sans"/>
                <a:ea typeface="Noto Sans"/>
                <a:cs typeface="Noto Sans"/>
              </a:defRPr>
            </a:pPr>
            <a:r>
              <a:rPr sz="2700" b="1">
                <a:solidFill>
                  <a:srgbClr val="056839"/>
                </a:solidFill>
                <a:latin typeface="Noto Sans"/>
                <a:ea typeface="Noto Sans"/>
                <a:cs typeface="Noto Sans"/>
              </a:rPr>
              <a:t>1.309</a:t>
            </a:r>
          </a:p>
        </p:txBody>
      </p:sp>
      <p:sp>
        <p:nvSpPr>
          <p:cNvPr id="9" name="">
            <a:extLst xmlns:a="http://schemas.openxmlformats.org/drawingml/2006/main">
              <a:ext uri="{FF2B5EF4-FFF2-40B4-BE49-F238E27FC236}">
                <a16:creationId xmlns:a16="http://schemas.microsoft.com/office/drawing/2014/main" id="{48E7E4F1-B860-4DDD-86D6-49D3AAE7081F}"/>
              </a:ext>
            </a:extLst>
          </p:cNvPr>
          <p:cNvSpPr>
            <a:spLocks xmlns:a="http://schemas.openxmlformats.org/drawingml/2006/main" noGrp="1"/>
          </p:cNvSpPr>
          <p:nvPr/>
        </p:nvSpPr>
        <p:spPr>
          <a:xfrm xmlns:a="http://schemas.openxmlformats.org/drawingml/2006/main">
            <a:off x="990600" y="3562350"/>
            <a:ext cx="251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5D6B66"/>
                </a:solidFill>
                <a:latin typeface="Noto Sans"/>
                <a:ea typeface="Noto Sans"/>
                <a:cs typeface="Noto Sans"/>
              </a:defRPr>
            </a:pPr>
            <a:r>
              <a:rPr sz="1350" b="0">
                <a:solidFill>
                  <a:srgbClr val="5D6B66"/>
                </a:solidFill>
                <a:latin typeface="Noto Sans"/>
                <a:ea typeface="Noto Sans"/>
                <a:cs typeface="Noto Sans"/>
              </a:rPr>
              <a:t>giờ có bản ghi nguồn</a:t>
            </a:r>
          </a:p>
        </p:txBody>
      </p:sp>
      <p:sp>
        <p:nvSpPr>
          <p:cNvPr id="10" name="">
            <a:extLst xmlns:a="http://schemas.openxmlformats.org/drawingml/2006/main">
              <a:ext uri="{FF2B5EF4-FFF2-40B4-BE49-F238E27FC236}">
                <a16:creationId xmlns:a16="http://schemas.microsoft.com/office/drawing/2014/main" id="{DEA251E8-21E2-4CE9-9177-030CA5D85E73}"/>
              </a:ext>
            </a:extLst>
          </p:cNvPr>
          <p:cNvSpPr>
            <a:spLocks xmlns:a="http://schemas.openxmlformats.org/drawingml/2006/main" noGrp="1"/>
          </p:cNvSpPr>
          <p:nvPr/>
        </p:nvSpPr>
        <p:spPr>
          <a:xfrm xmlns:a="http://schemas.openxmlformats.org/drawingml/2006/main">
            <a:off x="4057650" y="2895600"/>
            <a:ext cx="2857500" cy="1104900"/>
          </a:xfrm>
          <a:prstGeom xmlns:a="http://schemas.openxmlformats.org/drawingml/2006/main" prst="roundRect">
            <a:avLst>
              <a:gd name="adj" fmla="val 13793"/>
            </a:avLst>
          </a:prstGeom>
          <a:solidFill xmlns:a="http://schemas.openxmlformats.org/drawingml/2006/main">
            <a:srgbClr val="EAF5EF"/>
          </a:solidFill>
          <a:ln xmlns:a="http://schemas.openxmlformats.org/drawingml/2006/main" w="19050">
            <a:solidFill>
              <a:srgbClr val="0F6E41"/>
            </a:solidFill>
          </a:ln>
        </p:spPr>
      </p:sp>
      <p:sp>
        <p:nvSpPr>
          <p:cNvPr id="11" name="">
            <a:extLst xmlns:a="http://schemas.openxmlformats.org/drawingml/2006/main">
              <a:ext uri="{FF2B5EF4-FFF2-40B4-BE49-F238E27FC236}">
                <a16:creationId xmlns:a16="http://schemas.microsoft.com/office/drawing/2014/main" id="{32574F03-9597-4C2D-9441-0B9FEE385401}"/>
              </a:ext>
            </a:extLst>
          </p:cNvPr>
          <p:cNvSpPr>
            <a:spLocks xmlns:a="http://schemas.openxmlformats.org/drawingml/2006/main" noGrp="1"/>
          </p:cNvSpPr>
          <p:nvPr/>
        </p:nvSpPr>
        <p:spPr>
          <a:xfrm xmlns:a="http://schemas.openxmlformats.org/drawingml/2006/main">
            <a:off x="4229100" y="3067050"/>
            <a:ext cx="2514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148"/>
          </a:bodyPr>
          <a:lstStyle xmlns:a="http://schemas.openxmlformats.org/drawingml/2006/main"/>
          <a:p xmlns:a="http://schemas.openxmlformats.org/drawingml/2006/main">
            <a:pPr algn="ctr">
              <a:defRPr sz="2700" b="1">
                <a:solidFill>
                  <a:srgbClr val="056839"/>
                </a:solidFill>
                <a:latin typeface="Noto Sans"/>
                <a:ea typeface="Noto Sans"/>
                <a:cs typeface="Noto Sans"/>
              </a:defRPr>
            </a:pPr>
            <a:r>
              <a:rPr sz="2700" b="1">
                <a:solidFill>
                  <a:srgbClr val="056839"/>
                </a:solidFill>
                <a:latin typeface="Noto Sans"/>
                <a:ea typeface="Noto Sans"/>
                <a:cs typeface="Noto Sans"/>
              </a:rPr>
              <a:t>1.226</a:t>
            </a:r>
          </a:p>
        </p:txBody>
      </p:sp>
      <p:sp>
        <p:nvSpPr>
          <p:cNvPr id="12" name="">
            <a:extLst xmlns:a="http://schemas.openxmlformats.org/drawingml/2006/main">
              <a:ext uri="{FF2B5EF4-FFF2-40B4-BE49-F238E27FC236}">
                <a16:creationId xmlns:a16="http://schemas.microsoft.com/office/drawing/2014/main" id="{BF755B70-DB9F-492E-9C2F-629817C7DE48}"/>
              </a:ext>
            </a:extLst>
          </p:cNvPr>
          <p:cNvSpPr>
            <a:spLocks xmlns:a="http://schemas.openxmlformats.org/drawingml/2006/main" noGrp="1"/>
          </p:cNvSpPr>
          <p:nvPr/>
        </p:nvSpPr>
        <p:spPr>
          <a:xfrm xmlns:a="http://schemas.openxmlformats.org/drawingml/2006/main">
            <a:off x="4229100" y="3562350"/>
            <a:ext cx="251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5D6B66"/>
                </a:solidFill>
                <a:latin typeface="Noto Sans"/>
                <a:ea typeface="Noto Sans"/>
                <a:cs typeface="Noto Sans"/>
              </a:defRPr>
            </a:pPr>
            <a:r>
              <a:rPr sz="1350" b="0">
                <a:solidFill>
                  <a:srgbClr val="5D6B66"/>
                </a:solidFill>
                <a:latin typeface="Noto Sans"/>
                <a:ea typeface="Noto Sans"/>
                <a:cs typeface="Noto Sans"/>
              </a:rPr>
              <a:t>giờ có giá trị đại diện</a:t>
            </a:r>
          </a:p>
        </p:txBody>
      </p:sp>
      <p:sp>
        <p:nvSpPr>
          <p:cNvPr id="13" name="">
            <a:extLst xmlns:a="http://schemas.openxmlformats.org/drawingml/2006/main">
              <a:ext uri="{FF2B5EF4-FFF2-40B4-BE49-F238E27FC236}">
                <a16:creationId xmlns:a16="http://schemas.microsoft.com/office/drawing/2014/main" id="{19D850CC-B6F3-487C-A7F5-674876CC7F96}"/>
              </a:ext>
            </a:extLst>
          </p:cNvPr>
          <p:cNvSpPr>
            <a:spLocks xmlns:a="http://schemas.openxmlformats.org/drawingml/2006/main" noGrp="1"/>
          </p:cNvSpPr>
          <p:nvPr/>
        </p:nvSpPr>
        <p:spPr>
          <a:xfrm xmlns:a="http://schemas.openxmlformats.org/drawingml/2006/main">
            <a:off x="7296150" y="2895600"/>
            <a:ext cx="2857500" cy="1104900"/>
          </a:xfrm>
          <a:prstGeom xmlns:a="http://schemas.openxmlformats.org/drawingml/2006/main" prst="roundRect">
            <a:avLst>
              <a:gd name="adj" fmla="val 13793"/>
            </a:avLst>
          </a:prstGeom>
          <a:solidFill xmlns:a="http://schemas.openxmlformats.org/drawingml/2006/main">
            <a:srgbClr val="EAF5EF"/>
          </a:solidFill>
          <a:ln xmlns:a="http://schemas.openxmlformats.org/drawingml/2006/main" w="19050">
            <a:solidFill>
              <a:srgbClr val="0F6E41"/>
            </a:solidFill>
          </a:ln>
        </p:spPr>
      </p:sp>
      <p:sp>
        <p:nvSpPr>
          <p:cNvPr id="14" name="">
            <a:extLst xmlns:a="http://schemas.openxmlformats.org/drawingml/2006/main">
              <a:ext uri="{FF2B5EF4-FFF2-40B4-BE49-F238E27FC236}">
                <a16:creationId xmlns:a16="http://schemas.microsoft.com/office/drawing/2014/main" id="{F0CB4EB7-6F0F-4F9D-8056-2F4789FED6D8}"/>
              </a:ext>
            </a:extLst>
          </p:cNvPr>
          <p:cNvSpPr>
            <a:spLocks xmlns:a="http://schemas.openxmlformats.org/drawingml/2006/main" noGrp="1"/>
          </p:cNvSpPr>
          <p:nvPr/>
        </p:nvSpPr>
        <p:spPr>
          <a:xfrm xmlns:a="http://schemas.openxmlformats.org/drawingml/2006/main">
            <a:off x="7467600" y="3067050"/>
            <a:ext cx="2514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148"/>
          </a:bodyPr>
          <a:lstStyle xmlns:a="http://schemas.openxmlformats.org/drawingml/2006/main"/>
          <a:p xmlns:a="http://schemas.openxmlformats.org/drawingml/2006/main">
            <a:pPr algn="ctr">
              <a:defRPr sz="2700" b="1">
                <a:solidFill>
                  <a:srgbClr val="056839"/>
                </a:solidFill>
                <a:latin typeface="Noto Sans"/>
                <a:ea typeface="Noto Sans"/>
                <a:cs typeface="Noto Sans"/>
              </a:defRPr>
            </a:pPr>
            <a:r>
              <a:rPr sz="2700" b="1">
                <a:solidFill>
                  <a:srgbClr val="056839"/>
                </a:solidFill>
                <a:latin typeface="Noto Sans"/>
                <a:ea typeface="Noto Sans"/>
                <a:cs typeface="Noto Sans"/>
              </a:rPr>
              <a:t>553</a:t>
            </a:r>
          </a:p>
        </p:txBody>
      </p:sp>
      <p:sp>
        <p:nvSpPr>
          <p:cNvPr id="15" name="">
            <a:extLst xmlns:a="http://schemas.openxmlformats.org/drawingml/2006/main">
              <a:ext uri="{FF2B5EF4-FFF2-40B4-BE49-F238E27FC236}">
                <a16:creationId xmlns:a16="http://schemas.microsoft.com/office/drawing/2014/main" id="{E7420F5D-FF01-4B23-9B36-13469BF62736}"/>
              </a:ext>
            </a:extLst>
          </p:cNvPr>
          <p:cNvSpPr>
            <a:spLocks xmlns:a="http://schemas.openxmlformats.org/drawingml/2006/main" noGrp="1"/>
          </p:cNvSpPr>
          <p:nvPr/>
        </p:nvSpPr>
        <p:spPr>
          <a:xfrm xmlns:a="http://schemas.openxmlformats.org/drawingml/2006/main">
            <a:off x="7467600" y="3562350"/>
            <a:ext cx="251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5D6B66"/>
                </a:solidFill>
                <a:latin typeface="Noto Sans"/>
                <a:ea typeface="Noto Sans"/>
                <a:cs typeface="Noto Sans"/>
              </a:defRPr>
            </a:pPr>
            <a:r>
              <a:rPr sz="1350" b="0">
                <a:solidFill>
                  <a:srgbClr val="5D6B66"/>
                </a:solidFill>
                <a:latin typeface="Noto Sans"/>
                <a:ea typeface="Noto Sans"/>
                <a:cs typeface="Noto Sans"/>
              </a:rPr>
              <a:t>giờ đạt QC nghiêm ngặt</a:t>
            </a:r>
          </a:p>
        </p:txBody>
      </p:sp>
      <p:cxnSp>
        <p:nvCxnSpPr>
          <p:cNvPr id="41" name=""/>
          <p:cNvCxnSpPr>
            <a:stCxn xmlns:a="http://schemas.openxmlformats.org/drawingml/2006/main" id="7" idx="3"/>
            <a:endCxn xmlns:a="http://schemas.openxmlformats.org/drawingml/2006/main" id="10" idx="1"/>
          </p:cNvCxnSpPr>
          <p:nvPr/>
        </p:nvCxnSpPr>
        <p:spPr>
          <a:xfrm xmlns:a="http://schemas.openxmlformats.org/drawingml/2006/main">
            <a:off x="3676650" y="3448050"/>
            <a:ext cx="381000" cy="0"/>
          </a:xfrm>
          <a:prstGeom xmlns:a="http://schemas.openxmlformats.org/drawingml/2006/main" prst="straightConnector1">
            <a:avLst/>
          </a:prstGeom>
          <a:ln xmlns:a="http://schemas.openxmlformats.org/drawingml/2006/main" w="28575">
            <a:solidFill>
              <a:srgbClr val="0F6E41"/>
            </a:solidFill>
            <a:tailEnd type="arrow" w="med" len="med"/>
          </a:ln>
        </p:spPr>
      </p:cxnSp>
      <p:cxnSp>
        <p:nvCxnSpPr>
          <p:cNvPr id="42" name=""/>
          <p:cNvCxnSpPr>
            <a:stCxn xmlns:a="http://schemas.openxmlformats.org/drawingml/2006/main" id="10" idx="3"/>
            <a:endCxn xmlns:a="http://schemas.openxmlformats.org/drawingml/2006/main" id="13" idx="1"/>
          </p:cNvCxnSpPr>
          <p:nvPr/>
        </p:nvCxnSpPr>
        <p:spPr>
          <a:xfrm xmlns:a="http://schemas.openxmlformats.org/drawingml/2006/main">
            <a:off x="6915150" y="3448050"/>
            <a:ext cx="381000" cy="0"/>
          </a:xfrm>
          <a:prstGeom xmlns:a="http://schemas.openxmlformats.org/drawingml/2006/main" prst="straightConnector1">
            <a:avLst/>
          </a:prstGeom>
          <a:ln xmlns:a="http://schemas.openxmlformats.org/drawingml/2006/main" w="28575">
            <a:solidFill>
              <a:srgbClr val="0F6E41"/>
            </a:solidFill>
            <a:tailEnd type="arrow" w="med" len="med"/>
          </a:ln>
        </p:spPr>
      </p:cxnSp>
      <p:sp>
        <p:nvSpPr>
          <p:cNvPr id="18" name="">
            <a:extLst xmlns:a="http://schemas.openxmlformats.org/drawingml/2006/main">
              <a:ext uri="{FF2B5EF4-FFF2-40B4-BE49-F238E27FC236}">
                <a16:creationId xmlns:a16="http://schemas.microsoft.com/office/drawing/2014/main" id="{F2DFF1D6-9538-412B-8547-42E81DEBBB12}"/>
              </a:ext>
            </a:extLst>
          </p:cNvPr>
          <p:cNvSpPr>
            <a:spLocks xmlns:a="http://schemas.openxmlformats.org/drawingml/2006/main" noGrp="1"/>
          </p:cNvSpPr>
          <p:nvPr/>
        </p:nvSpPr>
        <p:spPr>
          <a:xfrm xmlns:a="http://schemas.openxmlformats.org/drawingml/2006/main">
            <a:off x="762000" y="4552950"/>
            <a:ext cx="10668000" cy="1066800"/>
          </a:xfrm>
          <a:prstGeom xmlns:a="http://schemas.openxmlformats.org/drawingml/2006/main" prst="roundRect">
            <a:avLst>
              <a:gd name="adj" fmla="val 16071"/>
            </a:avLst>
          </a:prstGeom>
          <a:solidFill xmlns:a="http://schemas.openxmlformats.org/drawingml/2006/main">
            <a:srgbClr val="05683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FB40C38-8EE4-498C-A6BB-5D3FC8952416}"/>
              </a:ext>
            </a:extLst>
          </p:cNvPr>
          <p:cNvSpPr>
            <a:spLocks xmlns:a="http://schemas.openxmlformats.org/drawingml/2006/main" noGrp="1"/>
          </p:cNvSpPr>
          <p:nvPr/>
        </p:nvSpPr>
        <p:spPr>
          <a:xfrm xmlns:a="http://schemas.openxmlformats.org/drawingml/2006/main">
            <a:off x="1066800" y="4743450"/>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75" b="1">
                <a:solidFill>
                  <a:srgbClr val="FFFFFF"/>
                </a:solidFill>
                <a:latin typeface="Noto Sans"/>
                <a:ea typeface="Noto Sans"/>
                <a:cs typeface="Noto Sans"/>
              </a:defRPr>
            </a:pPr>
            <a:r>
              <a:rPr sz="2775" b="1">
                <a:solidFill>
                  <a:srgbClr val="FFFFFF"/>
                </a:solidFill>
                <a:latin typeface="Noto Sans"/>
                <a:ea typeface="Noto Sans"/>
                <a:cs typeface="Noto Sans"/>
              </a:rPr>
              <a:t>13.704</a:t>
            </a:r>
          </a:p>
        </p:txBody>
      </p:sp>
      <p:sp>
        <p:nvSpPr>
          <p:cNvPr id="20" name="">
            <a:extLst xmlns:a="http://schemas.openxmlformats.org/drawingml/2006/main">
              <a:ext uri="{FF2B5EF4-FFF2-40B4-BE49-F238E27FC236}">
                <a16:creationId xmlns:a16="http://schemas.microsoft.com/office/drawing/2014/main" id="{F89D4271-CE9A-4E8E-9DA6-55A9F7F97817}"/>
              </a:ext>
            </a:extLst>
          </p:cNvPr>
          <p:cNvSpPr>
            <a:spLocks xmlns:a="http://schemas.openxmlformats.org/drawingml/2006/main" noGrp="1"/>
          </p:cNvSpPr>
          <p:nvPr/>
        </p:nvSpPr>
        <p:spPr>
          <a:xfrm xmlns:a="http://schemas.openxmlformats.org/drawingml/2006/main">
            <a:off x="1066800" y="5248275"/>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7E9DF"/>
                </a:solidFill>
                <a:latin typeface="Noto Sans"/>
                <a:ea typeface="Noto Sans"/>
                <a:cs typeface="Noto Sans"/>
              </a:defRPr>
            </a:pPr>
            <a:r>
              <a:rPr sz="1275" b="0">
                <a:solidFill>
                  <a:srgbClr val="D7E9DF"/>
                </a:solidFill>
                <a:latin typeface="Noto Sans"/>
                <a:ea typeface="Noto Sans"/>
                <a:cs typeface="Noto Sans"/>
              </a:rPr>
              <a:t>giờ CAMS trên trục thời gian</a:t>
            </a:r>
          </a:p>
        </p:txBody>
      </p:sp>
      <p:sp>
        <p:nvSpPr>
          <p:cNvPr id="21" name="">
            <a:extLst xmlns:a="http://schemas.openxmlformats.org/drawingml/2006/main">
              <a:ext uri="{FF2B5EF4-FFF2-40B4-BE49-F238E27FC236}">
                <a16:creationId xmlns:a16="http://schemas.microsoft.com/office/drawing/2014/main" id="{9BE9FCB3-2A99-41CB-9AD7-34154F2688E5}"/>
              </a:ext>
            </a:extLst>
          </p:cNvPr>
          <p:cNvSpPr>
            <a:spLocks xmlns:a="http://schemas.openxmlformats.org/drawingml/2006/main" noGrp="1"/>
          </p:cNvSpPr>
          <p:nvPr/>
        </p:nvSpPr>
        <p:spPr>
          <a:xfrm xmlns:a="http://schemas.openxmlformats.org/drawingml/2006/main">
            <a:off x="4171950" y="4857750"/>
            <a:ext cx="676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7681"/>
          </a:bodyPr>
          <a:lstStyle xmlns:a="http://schemas.openxmlformats.org/drawingml/2006/main"/>
          <a:p xmlns:a="http://schemas.openxmlformats.org/drawingml/2006/main">
            <a:pPr>
              <a:defRPr sz="1725" b="1">
                <a:solidFill>
                  <a:srgbClr val="FFFFFF"/>
                </a:solidFill>
                <a:latin typeface="Noto Sans"/>
                <a:ea typeface="Noto Sans"/>
                <a:cs typeface="Noto Sans"/>
              </a:defRPr>
            </a:pPr>
            <a:r>
              <a:rPr sz="1725" b="1">
                <a:solidFill>
                  <a:srgbClr val="FFFFFF"/>
                </a:solidFill>
                <a:latin typeface="Noto Sans"/>
                <a:ea typeface="Noto Sans"/>
                <a:cs typeface="Noto Sans"/>
              </a:rPr>
              <a:t>12.395 giờ không có bản ghi PurpleAir vẫn tạo đầu ra bằng trạng thái độ lệch hiện tại</a:t>
            </a:r>
          </a:p>
        </p:txBody>
      </p:sp>
      <p:sp>
        <p:nvSpPr>
          <p:cNvPr id="22" name="">
            <a:extLst xmlns:a="http://schemas.openxmlformats.org/drawingml/2006/main">
              <a:ext uri="{FF2B5EF4-FFF2-40B4-BE49-F238E27FC236}">
                <a16:creationId xmlns:a16="http://schemas.microsoft.com/office/drawing/2014/main" id="{679CC267-EC36-4BA5-BCFD-598BC53EA06F}"/>
              </a:ext>
            </a:extLst>
          </p:cNvPr>
          <p:cNvSpPr>
            <a:spLocks xmlns:a="http://schemas.openxmlformats.org/drawingml/2006/main" noGrp="1"/>
          </p:cNvSpPr>
          <p:nvPr/>
        </p:nvSpPr>
        <p:spPr>
          <a:xfrm xmlns:a="http://schemas.openxmlformats.org/drawingml/2006/main">
            <a:off x="1524000" y="5867400"/>
            <a:ext cx="914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333"/>
          </a:bodyPr>
          <a:lstStyle xmlns:a="http://schemas.openxmlformats.org/drawingml/2006/main"/>
          <a:p xmlns:a="http://schemas.openxmlformats.org/drawingml/2006/main">
            <a:pPr algn="ctr">
              <a:defRPr sz="1500" b="0">
                <a:solidFill>
                  <a:srgbClr val="5D6B66"/>
                </a:solidFill>
                <a:latin typeface="Noto Sans"/>
                <a:ea typeface="Noto Sans"/>
                <a:cs typeface="Noto Sans"/>
              </a:defRPr>
            </a:pPr>
            <a:r>
              <a:rPr sz="1500" b="0">
                <a:solidFill>
                  <a:srgbClr val="5D6B66"/>
                </a:solidFill>
                <a:latin typeface="Noto Sans"/>
                <a:ea typeface="Noto Sans"/>
                <a:cs typeface="Noto Sans"/>
              </a:rPr>
              <a:t>Một giờ được cập nhật khi có ít nhất 4 mẫu tốt và độ phủ tối thiểu 30 phút</a:t>
            </a:r>
          </a:p>
        </p:txBody>
      </p:sp>
      <p:sp>
        <p:nvSpPr>
          <p:cNvPr id="23" name="">
            <a:extLst xmlns:a="http://schemas.openxmlformats.org/drawingml/2006/main">
              <a:ext uri="{FF2B5EF4-FFF2-40B4-BE49-F238E27FC236}">
                <a16:creationId xmlns:a16="http://schemas.microsoft.com/office/drawing/2014/main" id="{416B9522-F1FD-4E64-A59D-6E177C3F0C41}"/>
              </a:ext>
            </a:extLst>
          </p:cNvPr>
          <p:cNvSpPr>
            <a:spLocks xmlns:a="http://schemas.openxmlformats.org/drawingml/2006/main" noGrp="1"/>
          </p:cNvSpPr>
          <p:nvPr/>
        </p:nvSpPr>
        <p:spPr>
          <a:xfrm xmlns:a="http://schemas.openxmlformats.org/drawingml/2006/main">
            <a:off x="590550" y="6419850"/>
            <a:ext cx="11010900" cy="0"/>
          </a:xfrm>
          <a:prstGeom xmlns:a="http://schemas.openxmlformats.org/drawingml/2006/main" prst="line">
            <a:avLst/>
          </a:prstGeom>
          <a:noFill xmlns:a="http://schemas.openxmlformats.org/drawingml/2006/main"/>
          <a:ln xmlns:a="http://schemas.openxmlformats.org/drawingml/2006/main" w="9525">
            <a:solidFill>
              <a:srgbClr val="C8D8CF"/>
            </a:solidFill>
          </a:ln>
        </p:spPr>
      </p:sp>
      <p:sp>
        <p:nvSpPr>
          <p:cNvPr id="24" name="">
            <a:extLst xmlns:a="http://schemas.openxmlformats.org/drawingml/2006/main">
              <a:ext uri="{FF2B5EF4-FFF2-40B4-BE49-F238E27FC236}">
                <a16:creationId xmlns:a16="http://schemas.microsoft.com/office/drawing/2014/main" id="{EAA53881-AB61-47F6-A34E-784FEC8B26F1}"/>
              </a:ext>
            </a:extLst>
          </p:cNvPr>
          <p:cNvSpPr>
            <a:spLocks xmlns:a="http://schemas.openxmlformats.org/drawingml/2006/main" noGrp="1"/>
          </p:cNvSpPr>
          <p:nvPr/>
        </p:nvSpPr>
        <p:spPr>
          <a:xfrm xmlns:a="http://schemas.openxmlformats.org/drawingml/2006/main">
            <a:off x="628650" y="6477000"/>
            <a:ext cx="638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5D6B66"/>
                </a:solidFill>
                <a:latin typeface="Noto Sans"/>
                <a:ea typeface="Noto Sans"/>
                <a:cs typeface="Noto Sans"/>
              </a:defRPr>
            </a:pPr>
            <a:r>
              <a:rPr sz="900" b="1">
                <a:solidFill>
                  <a:srgbClr val="5D6B66"/>
                </a:solidFill>
                <a:latin typeface="Noto Sans"/>
                <a:ea typeface="Noto Sans"/>
                <a:cs typeface="Noto Sans"/>
              </a:rPr>
              <a:t>CHUNG KẾT CUỘC THI THIẾT KẾ VI MẠCH UIT III</a:t>
            </a:r>
          </a:p>
        </p:txBody>
      </p:sp>
      <p:sp>
        <p:nvSpPr>
          <p:cNvPr id="25" name="">
            <a:extLst xmlns:a="http://schemas.openxmlformats.org/drawingml/2006/main">
              <a:ext uri="{FF2B5EF4-FFF2-40B4-BE49-F238E27FC236}">
                <a16:creationId xmlns:a16="http://schemas.microsoft.com/office/drawing/2014/main" id="{ECC2EECE-45C4-4291-9F10-D546B00CD186}"/>
              </a:ext>
            </a:extLst>
          </p:cNvPr>
          <p:cNvSpPr>
            <a:spLocks xmlns:a="http://schemas.openxmlformats.org/drawingml/2006/main" noGrp="1"/>
          </p:cNvSpPr>
          <p:nvPr/>
        </p:nvSpPr>
        <p:spPr>
          <a:xfrm xmlns:a="http://schemas.openxmlformats.org/drawingml/2006/main">
            <a:off x="110680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5D6B66"/>
                </a:solidFill>
                <a:latin typeface="Noto Sans"/>
                <a:ea typeface="Noto Sans"/>
                <a:cs typeface="Noto Sans"/>
              </a:defRPr>
            </a:pPr>
            <a:r>
              <a:rPr sz="975" b="1">
                <a:solidFill>
                  <a:srgbClr val="5D6B66"/>
                </a:solidFill>
                <a:latin typeface="Noto Sans"/>
                <a:ea typeface="Noto Sans"/>
                <a:cs typeface="Noto Sans"/>
              </a:rPr>
              <a:t>5</a:t>
            </a:r>
          </a:p>
        </p:txBody>
      </p:sp>
    </p:spTree>
    <p:extLst>
      <p:ext uri="{BB962C8B-B14F-4D97-AF65-F5344CB8AC3E}">
        <p14:creationId xmlns:p14="http://schemas.microsoft.com/office/powerpoint/2010/main" val="118931868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7046CCB-4C39-4CA5-B12E-1101EA94D9D0}"/>
              </a:ext>
            </a:extLst>
          </p:cNvPr>
          <p:cNvSpPr>
            <a:spLocks xmlns:a="http://schemas.openxmlformats.org/drawingml/2006/main" noGrp="1"/>
          </p:cNvSpPr>
          <p:nvPr/>
        </p:nvSpPr>
        <p:spPr>
          <a:xfrm xmlns:a="http://schemas.openxmlformats.org/drawingml/2006/main">
            <a:off x="628650" y="32385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619"/>
          </a:bodyPr>
          <a:lstStyle xmlns:a="http://schemas.openxmlformats.org/drawingml/2006/main"/>
          <a:p xmlns:a="http://schemas.openxmlformats.org/drawingml/2006/main">
            <a:pPr>
              <a:defRPr sz="1050" b="1">
                <a:solidFill>
                  <a:srgbClr val="0F6E41"/>
                </a:solidFill>
                <a:latin typeface="Noto Sans"/>
                <a:ea typeface="Noto Sans"/>
                <a:cs typeface="Noto Sans"/>
              </a:defRPr>
            </a:pPr>
            <a:r>
              <a:rPr sz="1050" b="1">
                <a:solidFill>
                  <a:srgbClr val="0F6E41"/>
                </a:solidFill>
                <a:latin typeface="Noto Sans"/>
                <a:ea typeface="Noto Sans"/>
                <a:cs typeface="Noto Sans"/>
              </a:rPr>
              <a:t>06</a:t>
            </a:r>
          </a:p>
        </p:txBody>
      </p:sp>
      <p:sp>
        <p:nvSpPr>
          <p:cNvPr id="2" name="">
            <a:extLst xmlns:a="http://schemas.openxmlformats.org/drawingml/2006/main">
              <a:ext uri="{FF2B5EF4-FFF2-40B4-BE49-F238E27FC236}">
                <a16:creationId xmlns:a16="http://schemas.microsoft.com/office/drawing/2014/main" id="{BFCB3F9E-A74C-4CEE-BBD2-A64F8AA58909}"/>
              </a:ext>
            </a:extLst>
          </p:cNvPr>
          <p:cNvSpPr>
            <a:spLocks xmlns:a="http://schemas.openxmlformats.org/drawingml/2006/main" noGrp="1"/>
          </p:cNvSpPr>
          <p:nvPr/>
        </p:nvSpPr>
        <p:spPr>
          <a:xfrm xmlns:a="http://schemas.openxmlformats.org/drawingml/2006/main">
            <a:off x="628650" y="590550"/>
            <a:ext cx="1028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625" b="1">
                <a:solidFill>
                  <a:srgbClr val="17352B"/>
                </a:solidFill>
                <a:latin typeface="Noto Sans"/>
                <a:ea typeface="Noto Sans"/>
                <a:cs typeface="Noto Sans"/>
              </a:defRPr>
            </a:pPr>
            <a:r>
              <a:rPr sz="2625" b="1">
                <a:solidFill>
                  <a:srgbClr val="17352B"/>
                </a:solidFill>
                <a:latin typeface="Noto Sans"/>
                <a:ea typeface="Noto Sans"/>
                <a:cs typeface="Noto Sans"/>
              </a:rPr>
              <a:t>Đánh giá hệ số thích nghi</a:t>
            </a:r>
          </a:p>
        </p:txBody>
      </p:sp>
      <p:sp>
        <p:nvSpPr>
          <p:cNvPr id="3" name="">
            <a:extLst xmlns:a="http://schemas.openxmlformats.org/drawingml/2006/main">
              <a:ext uri="{FF2B5EF4-FFF2-40B4-BE49-F238E27FC236}">
                <a16:creationId xmlns:a16="http://schemas.microsoft.com/office/drawing/2014/main" id="{0F9F4959-7CEB-4E18-9894-847E39CB162A}"/>
              </a:ext>
            </a:extLst>
          </p:cNvPr>
          <p:cNvSpPr>
            <a:spLocks xmlns:a="http://schemas.openxmlformats.org/drawingml/2006/main" noGrp="1"/>
          </p:cNvSpPr>
          <p:nvPr/>
        </p:nvSpPr>
        <p:spPr>
          <a:xfrm xmlns:a="http://schemas.openxmlformats.org/drawingml/2006/main">
            <a:off x="628650" y="1257300"/>
            <a:ext cx="876300" cy="0"/>
          </a:xfrm>
          <a:prstGeom xmlns:a="http://schemas.openxmlformats.org/drawingml/2006/main" prst="line">
            <a:avLst/>
          </a:prstGeom>
          <a:noFill xmlns:a="http://schemas.openxmlformats.org/drawingml/2006/main"/>
          <a:ln xmlns:a="http://schemas.openxmlformats.org/drawingml/2006/main" w="47625">
            <a:solidFill>
              <a:srgbClr val="0F6E41"/>
            </a:solid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d7ff406e7e743e5"/>
          <a:stretch xmlns:a="http://schemas.openxmlformats.org/drawingml/2006/main"/>
        </p:blipFill>
        <p:spPr>
          <a:xfrm xmlns:a="http://schemas.openxmlformats.org/drawingml/2006/main">
            <a:off x="11249025" y="228600"/>
            <a:ext cx="476250" cy="476250"/>
          </a:xfrm>
          <a:prstGeom xmlns:a="http://schemas.openxmlformats.org/drawingml/2006/main" prst="rect">
            <a:avLst/>
          </a:prstGeom>
        </p:spPr>
      </p:pic>
      <p:graphicFrame>
        <p:nvGraphicFramePr>
          <p:cNvPr id="23" name="Chart"/>
          <p:cNvGraphicFramePr/>
          <p:nvPr/>
        </p:nvGraphicFramePr>
        <p:xfrm>
          <a:off xmlns:a="http://schemas.openxmlformats.org/drawingml/2006/main" x="609600" y="1657350"/>
          <a:ext xmlns:a="http://schemas.openxmlformats.org/drawingml/2006/main" cx="7239000" cy="3676650"/>
        </p:xfrm>
        <a:graphic xmlns:a="http://schemas.openxmlformats.org/drawingml/2006/main">
          <a:graphicData uri="http://schemas.openxmlformats.org/drawingml/2006/chart">
            <c:chart xmlns:r="http://schemas.openxmlformats.org/officeDocument/2006/relationships" xmlns:c="http://schemas.openxmlformats.org/drawingml/2006/chart" r:id="R4e80edab6cbc4f83"/>
          </a:graphicData>
        </a:graphic>
      </p:graphicFrame>
      <p:sp>
        <p:nvSpPr>
          <p:cNvPr id="6" name="">
            <a:extLst xmlns:a="http://schemas.openxmlformats.org/drawingml/2006/main">
              <a:ext uri="{FF2B5EF4-FFF2-40B4-BE49-F238E27FC236}">
                <a16:creationId xmlns:a16="http://schemas.microsoft.com/office/drawing/2014/main" id="{A40A49E6-41FD-4068-A1A8-13EADE4CF407}"/>
              </a:ext>
            </a:extLst>
          </p:cNvPr>
          <p:cNvSpPr>
            <a:spLocks xmlns:a="http://schemas.openxmlformats.org/drawingml/2006/main" noGrp="1"/>
          </p:cNvSpPr>
          <p:nvPr/>
        </p:nvSpPr>
        <p:spPr>
          <a:xfrm xmlns:a="http://schemas.openxmlformats.org/drawingml/2006/main">
            <a:off x="8324850" y="1752600"/>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925" b="1">
                <a:solidFill>
                  <a:srgbClr val="056839"/>
                </a:solidFill>
                <a:latin typeface="Noto Sans"/>
                <a:ea typeface="Noto Sans"/>
                <a:cs typeface="Noto Sans"/>
              </a:defRPr>
            </a:pPr>
            <a:r>
              <a:rPr sz="2925" b="1">
                <a:solidFill>
                  <a:srgbClr val="056839"/>
                </a:solidFill>
                <a:latin typeface="Noto Sans"/>
                <a:ea typeface="Noto Sans"/>
                <a:cs typeface="Noto Sans"/>
              </a:rPr>
              <a:t>S = 3</a:t>
            </a:r>
          </a:p>
        </p:txBody>
      </p:sp>
      <p:sp>
        <p:nvSpPr>
          <p:cNvPr id="7" name="">
            <a:extLst xmlns:a="http://schemas.openxmlformats.org/drawingml/2006/main">
              <a:ext uri="{FF2B5EF4-FFF2-40B4-BE49-F238E27FC236}">
                <a16:creationId xmlns:a16="http://schemas.microsoft.com/office/drawing/2014/main" id="{CC8ACBB2-28DB-4E4D-BE05-EDEF3CC1EE6B}"/>
              </a:ext>
            </a:extLst>
          </p:cNvPr>
          <p:cNvSpPr>
            <a:spLocks xmlns:a="http://schemas.openxmlformats.org/drawingml/2006/main" noGrp="1"/>
          </p:cNvSpPr>
          <p:nvPr/>
        </p:nvSpPr>
        <p:spPr>
          <a:xfrm xmlns:a="http://schemas.openxmlformats.org/drawingml/2006/main">
            <a:off x="8324850" y="23050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17352B"/>
                </a:solidFill>
                <a:latin typeface="Noto Sans"/>
                <a:ea typeface="Noto Sans"/>
                <a:cs typeface="Noto Sans"/>
              </a:defRPr>
            </a:pPr>
            <a:r>
              <a:rPr sz="1500" b="1">
                <a:solidFill>
                  <a:srgbClr val="17352B"/>
                </a:solidFill>
                <a:latin typeface="Noto Sans"/>
                <a:ea typeface="Noto Sans"/>
                <a:cs typeface="Noto Sans"/>
              </a:rPr>
              <a:t>alpha = 1/8 đang triển khai</a:t>
            </a:r>
          </a:p>
        </p:txBody>
      </p:sp>
      <p:sp>
        <p:nvSpPr>
          <p:cNvPr id="8" name="">
            <a:extLst xmlns:a="http://schemas.openxmlformats.org/drawingml/2006/main">
              <a:ext uri="{FF2B5EF4-FFF2-40B4-BE49-F238E27FC236}">
                <a16:creationId xmlns:a16="http://schemas.microsoft.com/office/drawing/2014/main" id="{3CFFDF5C-20A8-4798-971C-C907E61F505A}"/>
              </a:ext>
            </a:extLst>
          </p:cNvPr>
          <p:cNvSpPr>
            <a:spLocks xmlns:a="http://schemas.openxmlformats.org/drawingml/2006/main" noGrp="1"/>
          </p:cNvSpPr>
          <p:nvPr/>
        </p:nvSpPr>
        <p:spPr>
          <a:xfrm xmlns:a="http://schemas.openxmlformats.org/drawingml/2006/main">
            <a:off x="8324850" y="2838450"/>
            <a:ext cx="2857500" cy="0"/>
          </a:xfrm>
          <a:prstGeom xmlns:a="http://schemas.openxmlformats.org/drawingml/2006/main" prst="line">
            <a:avLst/>
          </a:prstGeom>
          <a:noFill xmlns:a="http://schemas.openxmlformats.org/drawingml/2006/main"/>
          <a:ln xmlns:a="http://schemas.openxmlformats.org/drawingml/2006/main" w="19050">
            <a:solidFill>
              <a:srgbClr val="C8D8CF"/>
            </a:solidFill>
          </a:ln>
        </p:spPr>
      </p:sp>
      <p:sp>
        <p:nvSpPr>
          <p:cNvPr id="9" name="">
            <a:extLst xmlns:a="http://schemas.openxmlformats.org/drawingml/2006/main">
              <a:ext uri="{FF2B5EF4-FFF2-40B4-BE49-F238E27FC236}">
                <a16:creationId xmlns:a16="http://schemas.microsoft.com/office/drawing/2014/main" id="{7FBB1896-0151-47B0-A6FF-EBDE3C05968E}"/>
              </a:ext>
            </a:extLst>
          </p:cNvPr>
          <p:cNvSpPr>
            <a:spLocks xmlns:a="http://schemas.openxmlformats.org/drawingml/2006/main" noGrp="1"/>
          </p:cNvSpPr>
          <p:nvPr/>
        </p:nvSpPr>
        <p:spPr>
          <a:xfrm xmlns:a="http://schemas.openxmlformats.org/drawingml/2006/main">
            <a:off x="8324850" y="302895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874"/>
          </a:bodyPr>
          <a:lstStyle xmlns:a="http://schemas.openxmlformats.org/drawingml/2006/main"/>
          <a:p xmlns:a="http://schemas.openxmlformats.org/drawingml/2006/main">
            <a:pPr>
              <a:defRPr sz="1575" b="1">
                <a:solidFill>
                  <a:srgbClr val="D79B2D"/>
                </a:solidFill>
                <a:latin typeface="Noto Sans"/>
                <a:ea typeface="Noto Sans"/>
                <a:cs typeface="Noto Sans"/>
              </a:defRPr>
            </a:pPr>
            <a:r>
              <a:rPr sz="1575" b="1">
                <a:solidFill>
                  <a:srgbClr val="D79B2D"/>
                </a:solidFill>
                <a:latin typeface="Noto Sans"/>
                <a:ea typeface="Noto Sans"/>
                <a:cs typeface="Noto Sans"/>
              </a:rPr>
              <a:t>S = 2 cho MAE quan sát thấp nhất</a:t>
            </a:r>
          </a:p>
        </p:txBody>
      </p:sp>
      <p:sp>
        <p:nvSpPr>
          <p:cNvPr id="10" name="">
            <a:extLst xmlns:a="http://schemas.openxmlformats.org/drawingml/2006/main">
              <a:ext uri="{FF2B5EF4-FFF2-40B4-BE49-F238E27FC236}">
                <a16:creationId xmlns:a16="http://schemas.microsoft.com/office/drawing/2014/main" id="{FCE28F3E-D16F-4FE7-8457-D6A027109B04}"/>
              </a:ext>
            </a:extLst>
          </p:cNvPr>
          <p:cNvSpPr>
            <a:spLocks xmlns:a="http://schemas.openxmlformats.org/drawingml/2006/main" noGrp="1"/>
          </p:cNvSpPr>
          <p:nvPr/>
        </p:nvSpPr>
        <p:spPr>
          <a:xfrm xmlns:a="http://schemas.openxmlformats.org/drawingml/2006/main">
            <a:off x="8324850" y="35242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75"/>
          </a:bodyPr>
          <a:lstStyle xmlns:a="http://schemas.openxmlformats.org/drawingml/2006/main"/>
          <a:p xmlns:a="http://schemas.openxmlformats.org/drawingml/2006/main">
            <a:pPr>
              <a:defRPr sz="1350" b="0">
                <a:solidFill>
                  <a:srgbClr val="5D6B66"/>
                </a:solidFill>
                <a:latin typeface="Noto Sans"/>
                <a:ea typeface="Noto Sans"/>
                <a:cs typeface="Noto Sans"/>
              </a:defRPr>
            </a:pPr>
            <a:r>
              <a:rPr sz="1350" b="0">
                <a:solidFill>
                  <a:srgbClr val="5D6B66"/>
                </a:solidFill>
                <a:latin typeface="Noto Sans"/>
                <a:ea typeface="Noto Sans"/>
                <a:cs typeface="Noto Sans"/>
              </a:rPr>
              <a:t>Chưa đưa vào cấu hình chính thức</a:t>
            </a:r>
          </a:p>
        </p:txBody>
      </p:sp>
      <p:sp>
        <p:nvSpPr>
          <p:cNvPr id="11" name="">
            <a:extLst xmlns:a="http://schemas.openxmlformats.org/drawingml/2006/main">
              <a:ext uri="{FF2B5EF4-FFF2-40B4-BE49-F238E27FC236}">
                <a16:creationId xmlns:a16="http://schemas.microsoft.com/office/drawing/2014/main" id="{FAB65B11-99C4-4970-8F63-02E5B4E74866}"/>
              </a:ext>
            </a:extLst>
          </p:cNvPr>
          <p:cNvSpPr>
            <a:spLocks xmlns:a="http://schemas.openxmlformats.org/drawingml/2006/main" noGrp="1"/>
          </p:cNvSpPr>
          <p:nvPr/>
        </p:nvSpPr>
        <p:spPr>
          <a:xfrm xmlns:a="http://schemas.openxmlformats.org/drawingml/2006/main">
            <a:off x="8324850" y="41719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056839"/>
                </a:solidFill>
                <a:latin typeface="Noto Sans"/>
                <a:ea typeface="Noto Sans"/>
                <a:cs typeface="Noto Sans"/>
              </a:defRPr>
            </a:pPr>
            <a:r>
              <a:rPr sz="2850" b="1">
                <a:solidFill>
                  <a:srgbClr val="056839"/>
                </a:solidFill>
                <a:latin typeface="Noto Sans"/>
                <a:ea typeface="Noto Sans"/>
                <a:cs typeface="Noto Sans"/>
              </a:rPr>
              <a:t>94</a:t>
            </a:r>
          </a:p>
        </p:txBody>
      </p:sp>
      <p:sp>
        <p:nvSpPr>
          <p:cNvPr id="12" name="">
            <a:extLst xmlns:a="http://schemas.openxmlformats.org/drawingml/2006/main">
              <a:ext uri="{FF2B5EF4-FFF2-40B4-BE49-F238E27FC236}">
                <a16:creationId xmlns:a16="http://schemas.microsoft.com/office/drawing/2014/main" id="{CD3715E9-C809-456A-B758-C0D90F2D5848}"/>
              </a:ext>
            </a:extLst>
          </p:cNvPr>
          <p:cNvSpPr>
            <a:spLocks xmlns:a="http://schemas.openxmlformats.org/drawingml/2006/main" noGrp="1"/>
          </p:cNvSpPr>
          <p:nvPr/>
        </p:nvSpPr>
        <p:spPr>
          <a:xfrm xmlns:a="http://schemas.openxmlformats.org/drawingml/2006/main">
            <a:off x="8324850" y="470535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944"/>
          </a:bodyPr>
          <a:lstStyle xmlns:a="http://schemas.openxmlformats.org/drawingml/2006/main"/>
          <a:p xmlns:a="http://schemas.openxmlformats.org/drawingml/2006/main">
            <a:pPr>
              <a:defRPr sz="1350" b="0">
                <a:solidFill>
                  <a:srgbClr val="5D6B66"/>
                </a:solidFill>
                <a:latin typeface="Noto Sans"/>
                <a:ea typeface="Noto Sans"/>
                <a:cs typeface="Noto Sans"/>
              </a:defRPr>
            </a:pPr>
            <a:r>
              <a:rPr sz="1350" b="0">
                <a:solidFill>
                  <a:srgbClr val="5D6B66"/>
                </a:solidFill>
                <a:latin typeface="Noto Sans"/>
                <a:ea typeface="Noto Sans"/>
                <a:cs typeface="Noto Sans"/>
              </a:rPr>
              <a:t>kiểm thử Python đạt</a:t>
            </a:r>
          </a:p>
        </p:txBody>
      </p:sp>
      <p:sp>
        <p:nvSpPr>
          <p:cNvPr id="13" name="">
            <a:extLst xmlns:a="http://schemas.openxmlformats.org/drawingml/2006/main">
              <a:ext uri="{FF2B5EF4-FFF2-40B4-BE49-F238E27FC236}">
                <a16:creationId xmlns:a16="http://schemas.microsoft.com/office/drawing/2014/main" id="{DC3306E1-0F09-4E0C-A1ED-687426A3ACF9}"/>
              </a:ext>
            </a:extLst>
          </p:cNvPr>
          <p:cNvSpPr>
            <a:spLocks xmlns:a="http://schemas.openxmlformats.org/drawingml/2006/main" noGrp="1"/>
          </p:cNvSpPr>
          <p:nvPr/>
        </p:nvSpPr>
        <p:spPr>
          <a:xfrm xmlns:a="http://schemas.openxmlformats.org/drawingml/2006/main">
            <a:off x="9810750" y="4171950"/>
            <a:ext cx="161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0F6E41"/>
                </a:solidFill>
                <a:latin typeface="Noto Sans"/>
                <a:ea typeface="Noto Sans"/>
                <a:cs typeface="Noto Sans"/>
              </a:defRPr>
            </a:pPr>
            <a:r>
              <a:rPr sz="2850" b="1">
                <a:solidFill>
                  <a:srgbClr val="0F6E41"/>
                </a:solidFill>
                <a:latin typeface="Noto Sans"/>
                <a:ea typeface="Noto Sans"/>
                <a:cs typeface="Noto Sans"/>
              </a:rPr>
              <a:t>941</a:t>
            </a:r>
          </a:p>
        </p:txBody>
      </p:sp>
      <p:sp>
        <p:nvSpPr>
          <p:cNvPr id="14" name="">
            <a:extLst xmlns:a="http://schemas.openxmlformats.org/drawingml/2006/main">
              <a:ext uri="{FF2B5EF4-FFF2-40B4-BE49-F238E27FC236}">
                <a16:creationId xmlns:a16="http://schemas.microsoft.com/office/drawing/2014/main" id="{41D3C1DC-5327-4C45-912F-CF560D8EB090}"/>
              </a:ext>
            </a:extLst>
          </p:cNvPr>
          <p:cNvSpPr>
            <a:spLocks xmlns:a="http://schemas.openxmlformats.org/drawingml/2006/main" noGrp="1"/>
          </p:cNvSpPr>
          <p:nvPr/>
        </p:nvSpPr>
        <p:spPr>
          <a:xfrm xmlns:a="http://schemas.openxmlformats.org/drawingml/2006/main">
            <a:off x="9810750" y="470535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5D6B66"/>
                </a:solidFill>
                <a:latin typeface="Noto Sans"/>
                <a:ea typeface="Noto Sans"/>
                <a:cs typeface="Noto Sans"/>
              </a:defRPr>
            </a:pPr>
            <a:r>
              <a:rPr sz="1350" b="0">
                <a:solidFill>
                  <a:srgbClr val="5D6B66"/>
                </a:solidFill>
                <a:latin typeface="Noto Sans"/>
                <a:ea typeface="Noto Sans"/>
                <a:cs typeface="Noto Sans"/>
              </a:rPr>
              <a:t>mẫu RTL, 0 lỗi</a:t>
            </a:r>
          </a:p>
        </p:txBody>
      </p:sp>
      <p:sp>
        <p:nvSpPr>
          <p:cNvPr id="15" name="">
            <a:extLst xmlns:a="http://schemas.openxmlformats.org/drawingml/2006/main">
              <a:ext uri="{FF2B5EF4-FFF2-40B4-BE49-F238E27FC236}">
                <a16:creationId xmlns:a16="http://schemas.microsoft.com/office/drawing/2014/main" id="{125B6486-18AA-4AEF-953B-64C1B1DC6569}"/>
              </a:ext>
            </a:extLst>
          </p:cNvPr>
          <p:cNvSpPr>
            <a:spLocks xmlns:a="http://schemas.openxmlformats.org/drawingml/2006/main" noGrp="1"/>
          </p:cNvSpPr>
          <p:nvPr/>
        </p:nvSpPr>
        <p:spPr>
          <a:xfrm xmlns:a="http://schemas.openxmlformats.org/drawingml/2006/main">
            <a:off x="1466850" y="5619750"/>
            <a:ext cx="723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0">
                <a:solidFill>
                  <a:srgbClr val="5D6B66"/>
                </a:solidFill>
                <a:latin typeface="Noto Sans"/>
                <a:ea typeface="Noto Sans"/>
                <a:cs typeface="Noto Sans"/>
              </a:defRPr>
            </a:pPr>
            <a:r>
              <a:rPr sz="1500" b="0">
                <a:solidFill>
                  <a:srgbClr val="5D6B66"/>
                </a:solidFill>
                <a:latin typeface="Noto Sans"/>
                <a:ea typeface="Noto Sans"/>
                <a:cs typeface="Noto Sans"/>
              </a:rPr>
              <a:t>415 giờ kiểm định trong 4 phần thời gian liên tiếp</a:t>
            </a:r>
          </a:p>
        </p:txBody>
      </p:sp>
      <p:sp>
        <p:nvSpPr>
          <p:cNvPr id="16" name="">
            <a:extLst xmlns:a="http://schemas.openxmlformats.org/drawingml/2006/main">
              <a:ext uri="{FF2B5EF4-FFF2-40B4-BE49-F238E27FC236}">
                <a16:creationId xmlns:a16="http://schemas.microsoft.com/office/drawing/2014/main" id="{C7C39087-1EFF-4957-B7E5-F47D957A0A27}"/>
              </a:ext>
            </a:extLst>
          </p:cNvPr>
          <p:cNvSpPr>
            <a:spLocks xmlns:a="http://schemas.openxmlformats.org/drawingml/2006/main" noGrp="1"/>
          </p:cNvSpPr>
          <p:nvPr/>
        </p:nvSpPr>
        <p:spPr>
          <a:xfrm xmlns:a="http://schemas.openxmlformats.org/drawingml/2006/main">
            <a:off x="590550" y="6419850"/>
            <a:ext cx="11010900" cy="0"/>
          </a:xfrm>
          <a:prstGeom xmlns:a="http://schemas.openxmlformats.org/drawingml/2006/main" prst="line">
            <a:avLst/>
          </a:prstGeom>
          <a:noFill xmlns:a="http://schemas.openxmlformats.org/drawingml/2006/main"/>
          <a:ln xmlns:a="http://schemas.openxmlformats.org/drawingml/2006/main" w="9525">
            <a:solidFill>
              <a:srgbClr val="C8D8CF"/>
            </a:solidFill>
          </a:ln>
        </p:spPr>
      </p:sp>
      <p:sp>
        <p:nvSpPr>
          <p:cNvPr id="17" name="">
            <a:extLst xmlns:a="http://schemas.openxmlformats.org/drawingml/2006/main">
              <a:ext uri="{FF2B5EF4-FFF2-40B4-BE49-F238E27FC236}">
                <a16:creationId xmlns:a16="http://schemas.microsoft.com/office/drawing/2014/main" id="{5A39AFDF-CCD8-4E3E-B9FE-606675FF187F}"/>
              </a:ext>
            </a:extLst>
          </p:cNvPr>
          <p:cNvSpPr>
            <a:spLocks xmlns:a="http://schemas.openxmlformats.org/drawingml/2006/main" noGrp="1"/>
          </p:cNvSpPr>
          <p:nvPr/>
        </p:nvSpPr>
        <p:spPr>
          <a:xfrm xmlns:a="http://schemas.openxmlformats.org/drawingml/2006/main">
            <a:off x="628650" y="6477000"/>
            <a:ext cx="638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5D6B66"/>
                </a:solidFill>
                <a:latin typeface="Noto Sans"/>
                <a:ea typeface="Noto Sans"/>
                <a:cs typeface="Noto Sans"/>
              </a:defRPr>
            </a:pPr>
            <a:r>
              <a:rPr sz="900" b="1">
                <a:solidFill>
                  <a:srgbClr val="5D6B66"/>
                </a:solidFill>
                <a:latin typeface="Noto Sans"/>
                <a:ea typeface="Noto Sans"/>
                <a:cs typeface="Noto Sans"/>
              </a:rPr>
              <a:t>CHUNG KẾT CUỘC THI THIẾT KẾ VI MẠCH UIT III</a:t>
            </a:r>
          </a:p>
        </p:txBody>
      </p:sp>
      <p:sp>
        <p:nvSpPr>
          <p:cNvPr id="18" name="">
            <a:extLst xmlns:a="http://schemas.openxmlformats.org/drawingml/2006/main">
              <a:ext uri="{FF2B5EF4-FFF2-40B4-BE49-F238E27FC236}">
                <a16:creationId xmlns:a16="http://schemas.microsoft.com/office/drawing/2014/main" id="{884D307E-CFF2-4139-937F-50F20CBCC876}"/>
              </a:ext>
            </a:extLst>
          </p:cNvPr>
          <p:cNvSpPr>
            <a:spLocks xmlns:a="http://schemas.openxmlformats.org/drawingml/2006/main" noGrp="1"/>
          </p:cNvSpPr>
          <p:nvPr/>
        </p:nvSpPr>
        <p:spPr>
          <a:xfrm xmlns:a="http://schemas.openxmlformats.org/drawingml/2006/main">
            <a:off x="110680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5D6B66"/>
                </a:solidFill>
                <a:latin typeface="Noto Sans"/>
                <a:ea typeface="Noto Sans"/>
                <a:cs typeface="Noto Sans"/>
              </a:defRPr>
            </a:pPr>
            <a:r>
              <a:rPr sz="975" b="1">
                <a:solidFill>
                  <a:srgbClr val="5D6B66"/>
                </a:solidFill>
                <a:latin typeface="Noto Sans"/>
                <a:ea typeface="Noto Sans"/>
                <a:cs typeface="Noto Sans"/>
              </a:rPr>
              <a:t>6</a:t>
            </a:r>
          </a:p>
        </p:txBody>
      </p:sp>
    </p:spTree>
    <p:extLst>
      <p:ext uri="{BB962C8B-B14F-4D97-AF65-F5344CB8AC3E}">
        <p14:creationId xmlns:p14="http://schemas.microsoft.com/office/powerpoint/2010/main" val="1179413560"/>
      </p:ext>
    </p:extLst>
  </p:cSld>
</p:sld>
</file>

<file path=ppt/slides/slide7.xml><?xml version="1.0" encoding="utf-8"?>
<p:sld xmlns:p="http://schemas.openxmlformats.org/presentationml/2006/main">
  <p:cSld>
    <p:bg>
      <p:bgPr>
        <a:solidFill xmlns:a="http://schemas.openxmlformats.org/drawingml/2006/main">
          <a:srgbClr val="084C32"/>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15CC174-C7E5-4A0E-8EA8-01F67EA9EBE7}"/>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F6E4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ED255E7-F61C-47F3-BAC9-C065F2A3FAC5}"/>
              </a:ext>
            </a:extLst>
          </p:cNvPr>
          <p:cNvSpPr>
            <a:spLocks xmlns:a="http://schemas.openxmlformats.org/drawingml/2006/main" noGrp="1"/>
          </p:cNvSpPr>
          <p:nvPr/>
        </p:nvSpPr>
        <p:spPr>
          <a:xfrm xmlns:a="http://schemas.openxmlformats.org/drawingml/2006/main">
            <a:off x="11182350" y="161925"/>
            <a:ext cx="60960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0">
            <a:noFill/>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a6eb9428fdc641b9"/>
          <a:stretch xmlns:a="http://schemas.openxmlformats.org/drawingml/2006/main"/>
        </p:blipFill>
        <p:spPr>
          <a:xfrm xmlns:a="http://schemas.openxmlformats.org/drawingml/2006/main">
            <a:off x="11249025" y="228600"/>
            <a:ext cx="476250"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0725D5D-AD2D-433D-AEBB-F57AD5835096}"/>
              </a:ext>
            </a:extLst>
          </p:cNvPr>
          <p:cNvSpPr>
            <a:spLocks xmlns:a="http://schemas.openxmlformats.org/drawingml/2006/main" noGrp="1"/>
          </p:cNvSpPr>
          <p:nvPr/>
        </p:nvSpPr>
        <p:spPr>
          <a:xfrm xmlns:a="http://schemas.openxmlformats.org/drawingml/2006/main">
            <a:off x="666750" y="4381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1">
                <a:solidFill>
                  <a:srgbClr val="B9DDCA"/>
                </a:solidFill>
                <a:latin typeface="Noto Sans"/>
                <a:ea typeface="Noto Sans"/>
                <a:cs typeface="Noto Sans"/>
              </a:defRPr>
            </a:pPr>
            <a:r>
              <a:rPr sz="1125" b="1">
                <a:solidFill>
                  <a:srgbClr val="B9DDCA"/>
                </a:solidFill>
                <a:latin typeface="Noto Sans"/>
                <a:ea typeface="Noto Sans"/>
                <a:cs typeface="Noto Sans"/>
              </a:rPr>
              <a:t>KẾT QUẢ TRÊN TANG NANO 9K</a:t>
            </a:r>
          </a:p>
        </p:txBody>
      </p:sp>
      <p:sp>
        <p:nvSpPr>
          <p:cNvPr id="5" name="">
            <a:extLst xmlns:a="http://schemas.openxmlformats.org/drawingml/2006/main">
              <a:ext uri="{FF2B5EF4-FFF2-40B4-BE49-F238E27FC236}">
                <a16:creationId xmlns:a16="http://schemas.microsoft.com/office/drawing/2014/main" id="{E3E4F3DA-C548-4D39-9CEF-7432EDD70ECB}"/>
              </a:ext>
            </a:extLst>
          </p:cNvPr>
          <p:cNvSpPr>
            <a:spLocks xmlns:a="http://schemas.openxmlformats.org/drawingml/2006/main" noGrp="1"/>
          </p:cNvSpPr>
          <p:nvPr/>
        </p:nvSpPr>
        <p:spPr>
          <a:xfrm xmlns:a="http://schemas.openxmlformats.org/drawingml/2006/main">
            <a:off x="685800" y="1104900"/>
            <a:ext cx="6000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967"/>
          </a:bodyPr>
          <a:lstStyle xmlns:a="http://schemas.openxmlformats.org/drawingml/2006/main"/>
          <a:p xmlns:a="http://schemas.openxmlformats.org/drawingml/2006/main">
            <a:pPr>
              <a:defRPr sz="6150" b="1">
                <a:solidFill>
                  <a:srgbClr val="FFFFFF"/>
                </a:solidFill>
                <a:latin typeface="Noto Sans"/>
                <a:ea typeface="Noto Sans"/>
                <a:cs typeface="Noto Sans"/>
              </a:defRPr>
            </a:pPr>
            <a:r>
              <a:rPr sz="6150" b="1">
                <a:solidFill>
                  <a:srgbClr val="FFFFFF"/>
                </a:solidFill>
                <a:latin typeface="Noto Sans"/>
                <a:ea typeface="Noto Sans"/>
                <a:cs typeface="Noto Sans"/>
              </a:rPr>
              <a:t>140/140</a:t>
            </a:r>
          </a:p>
        </p:txBody>
      </p:sp>
      <p:sp>
        <p:nvSpPr>
          <p:cNvPr id="6" name="">
            <a:extLst xmlns:a="http://schemas.openxmlformats.org/drawingml/2006/main">
              <a:ext uri="{FF2B5EF4-FFF2-40B4-BE49-F238E27FC236}">
                <a16:creationId xmlns:a16="http://schemas.microsoft.com/office/drawing/2014/main" id="{CED03414-0DE6-4499-B47C-AE829C88E94D}"/>
              </a:ext>
            </a:extLst>
          </p:cNvPr>
          <p:cNvSpPr>
            <a:spLocks xmlns:a="http://schemas.openxmlformats.org/drawingml/2006/main" noGrp="1"/>
          </p:cNvSpPr>
          <p:nvPr/>
        </p:nvSpPr>
        <p:spPr>
          <a:xfrm xmlns:a="http://schemas.openxmlformats.org/drawingml/2006/main">
            <a:off x="723900" y="2152650"/>
            <a:ext cx="638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00" b="1">
                <a:solidFill>
                  <a:srgbClr val="D7E9DF"/>
                </a:solidFill>
                <a:latin typeface="Noto Sans"/>
                <a:ea typeface="Noto Sans"/>
                <a:cs typeface="Noto Sans"/>
              </a:defRPr>
            </a:pPr>
            <a:r>
              <a:rPr sz="2100" b="1">
                <a:solidFill>
                  <a:srgbClr val="D7E9DF"/>
                </a:solidFill>
                <a:latin typeface="Noto Sans"/>
                <a:ea typeface="Noto Sans"/>
                <a:cs typeface="Noto Sans"/>
              </a:rPr>
              <a:t>giao dịch UART khớp mô hình tham chiếu</a:t>
            </a:r>
          </a:p>
        </p:txBody>
      </p:sp>
      <p:sp>
        <p:nvSpPr>
          <p:cNvPr id="7" name="">
            <a:extLst xmlns:a="http://schemas.openxmlformats.org/drawingml/2006/main">
              <a:ext uri="{FF2B5EF4-FFF2-40B4-BE49-F238E27FC236}">
                <a16:creationId xmlns:a16="http://schemas.microsoft.com/office/drawing/2014/main" id="{0F899B22-C86C-4F57-A88F-0550F7B2FC0E}"/>
              </a:ext>
            </a:extLst>
          </p:cNvPr>
          <p:cNvSpPr>
            <a:spLocks xmlns:a="http://schemas.openxmlformats.org/drawingml/2006/main" noGrp="1"/>
          </p:cNvSpPr>
          <p:nvPr/>
        </p:nvSpPr>
        <p:spPr>
          <a:xfrm xmlns:a="http://schemas.openxmlformats.org/drawingml/2006/main">
            <a:off x="762000" y="2819400"/>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18"/>
          </a:bodyPr>
          <a:lstStyle xmlns:a="http://schemas.openxmlformats.org/drawingml/2006/main"/>
          <a:p xmlns:a="http://schemas.openxmlformats.org/drawingml/2006/main">
            <a:pPr>
              <a:defRPr sz="2550" b="1">
                <a:solidFill>
                  <a:srgbClr val="7AE0AC"/>
                </a:solidFill>
                <a:latin typeface="Noto Sans"/>
                <a:ea typeface="Noto Sans"/>
                <a:cs typeface="Noto Sans"/>
              </a:defRPr>
            </a:pPr>
            <a:r>
              <a:rPr sz="2550" b="1">
                <a:solidFill>
                  <a:srgbClr val="7AE0AC"/>
                </a:solidFill>
                <a:latin typeface="Noto Sans"/>
                <a:ea typeface="Noto Sans"/>
                <a:cs typeface="Noto Sans"/>
              </a:rPr>
              <a:t>0 sai khác</a:t>
            </a:r>
          </a:p>
        </p:txBody>
      </p:sp>
      <p:sp>
        <p:nvSpPr>
          <p:cNvPr id="8" name="">
            <a:extLst xmlns:a="http://schemas.openxmlformats.org/drawingml/2006/main">
              <a:ext uri="{FF2B5EF4-FFF2-40B4-BE49-F238E27FC236}">
                <a16:creationId xmlns:a16="http://schemas.microsoft.com/office/drawing/2014/main" id="{81419EC4-E2AA-42C5-82EA-4EF630F4FDCF}"/>
              </a:ext>
            </a:extLst>
          </p:cNvPr>
          <p:cNvSpPr>
            <a:spLocks xmlns:a="http://schemas.openxmlformats.org/drawingml/2006/main" noGrp="1"/>
          </p:cNvSpPr>
          <p:nvPr/>
        </p:nvSpPr>
        <p:spPr>
          <a:xfrm xmlns:a="http://schemas.openxmlformats.org/drawingml/2006/main">
            <a:off x="7677150" y="914400"/>
            <a:ext cx="3714750" cy="2381250"/>
          </a:xfrm>
          <a:prstGeom xmlns:a="http://schemas.openxmlformats.org/drawingml/2006/main" prst="roundRect">
            <a:avLst>
              <a:gd name="adj" fmla="val 7200"/>
            </a:avLst>
          </a:prstGeom>
          <a:solidFill xmlns:a="http://schemas.openxmlformats.org/drawingml/2006/main">
            <a:srgbClr val="0B5C3E"/>
          </a:solidFill>
          <a:ln xmlns:a="http://schemas.openxmlformats.org/drawingml/2006/main" w="9525">
            <a:solidFill>
              <a:srgbClr val="4E896D"/>
            </a:solidFill>
          </a:ln>
        </p:spPr>
      </p:sp>
      <p:sp>
        <p:nvSpPr>
          <p:cNvPr id="9" name="">
            <a:extLst xmlns:a="http://schemas.openxmlformats.org/drawingml/2006/main">
              <a:ext uri="{FF2B5EF4-FFF2-40B4-BE49-F238E27FC236}">
                <a16:creationId xmlns:a16="http://schemas.microsoft.com/office/drawing/2014/main" id="{48DE08C9-CA6E-4468-A4CB-41A6DD7AE320}"/>
              </a:ext>
            </a:extLst>
          </p:cNvPr>
          <p:cNvSpPr>
            <a:spLocks xmlns:a="http://schemas.openxmlformats.org/drawingml/2006/main" noGrp="1"/>
          </p:cNvSpPr>
          <p:nvPr/>
        </p:nvSpPr>
        <p:spPr>
          <a:xfrm xmlns:a="http://schemas.openxmlformats.org/drawingml/2006/main">
            <a:off x="7981950" y="1200150"/>
            <a:ext cx="3105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1">
                <a:solidFill>
                  <a:srgbClr val="FFFFFF"/>
                </a:solidFill>
                <a:latin typeface="Noto Sans"/>
                <a:ea typeface="Noto Sans"/>
                <a:cs typeface="Noto Sans"/>
              </a:defRPr>
            </a:pPr>
            <a:r>
              <a:rPr sz="1500" b="1">
                <a:solidFill>
                  <a:srgbClr val="FFFFFF"/>
                </a:solidFill>
                <a:latin typeface="Noto Sans"/>
                <a:ea typeface="Noto Sans"/>
                <a:cs typeface="Noto Sans"/>
              </a:rPr>
              <a:t>GW1NR-LV9QN88PC6/I5</a:t>
            </a:r>
          </a:p>
        </p:txBody>
      </p:sp>
      <p:sp>
        <p:nvSpPr>
          <p:cNvPr id="10" name="">
            <a:extLst xmlns:a="http://schemas.openxmlformats.org/drawingml/2006/main">
              <a:ext uri="{FF2B5EF4-FFF2-40B4-BE49-F238E27FC236}">
                <a16:creationId xmlns:a16="http://schemas.microsoft.com/office/drawing/2014/main" id="{8550A8AC-AA35-41E4-9715-1FC063B15FC2}"/>
              </a:ext>
            </a:extLst>
          </p:cNvPr>
          <p:cNvSpPr>
            <a:spLocks xmlns:a="http://schemas.openxmlformats.org/drawingml/2006/main" noGrp="1"/>
          </p:cNvSpPr>
          <p:nvPr/>
        </p:nvSpPr>
        <p:spPr>
          <a:xfrm xmlns:a="http://schemas.openxmlformats.org/drawingml/2006/main">
            <a:off x="8020050" y="180975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defRPr sz="1350" b="0">
                <a:solidFill>
                  <a:srgbClr val="CDE6D7"/>
                </a:solidFill>
                <a:latin typeface="Noto Sans"/>
                <a:ea typeface="Noto Sans"/>
                <a:cs typeface="Noto Sans"/>
              </a:defRPr>
            </a:pPr>
            <a:r>
              <a:rPr sz="1350" b="0">
                <a:solidFill>
                  <a:srgbClr val="CDE6D7"/>
                </a:solidFill>
                <a:latin typeface="Noto Sans"/>
                <a:ea typeface="Noto Sans"/>
                <a:cs typeface="Noto Sans"/>
              </a:rPr>
              <a:t>Xung nhịp mục tiêu</a:t>
            </a:r>
          </a:p>
        </p:txBody>
      </p:sp>
      <p:sp>
        <p:nvSpPr>
          <p:cNvPr id="11" name="">
            <a:extLst xmlns:a="http://schemas.openxmlformats.org/drawingml/2006/main">
              <a:ext uri="{FF2B5EF4-FFF2-40B4-BE49-F238E27FC236}">
                <a16:creationId xmlns:a16="http://schemas.microsoft.com/office/drawing/2014/main" id="{B38B5594-8616-47A6-A1C3-D8B442CB82F2}"/>
              </a:ext>
            </a:extLst>
          </p:cNvPr>
          <p:cNvSpPr>
            <a:spLocks xmlns:a="http://schemas.openxmlformats.org/drawingml/2006/main" noGrp="1"/>
          </p:cNvSpPr>
          <p:nvPr/>
        </p:nvSpPr>
        <p:spPr>
          <a:xfrm xmlns:a="http://schemas.openxmlformats.org/drawingml/2006/main">
            <a:off x="10001250" y="1790700"/>
            <a:ext cx="1085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r">
              <a:defRPr sz="1650" b="1">
                <a:solidFill>
                  <a:srgbClr val="FFFFFF"/>
                </a:solidFill>
                <a:latin typeface="Noto Sans"/>
                <a:ea typeface="Noto Sans"/>
                <a:cs typeface="Noto Sans"/>
              </a:defRPr>
            </a:pPr>
            <a:r>
              <a:rPr sz="1650" b="1">
                <a:solidFill>
                  <a:srgbClr val="FFFFFF"/>
                </a:solidFill>
                <a:latin typeface="Noto Sans"/>
                <a:ea typeface="Noto Sans"/>
                <a:cs typeface="Noto Sans"/>
              </a:rPr>
              <a:t>27 MHz</a:t>
            </a:r>
          </a:p>
        </p:txBody>
      </p:sp>
      <p:sp>
        <p:nvSpPr>
          <p:cNvPr id="12" name="">
            <a:extLst xmlns:a="http://schemas.openxmlformats.org/drawingml/2006/main">
              <a:ext uri="{FF2B5EF4-FFF2-40B4-BE49-F238E27FC236}">
                <a16:creationId xmlns:a16="http://schemas.microsoft.com/office/drawing/2014/main" id="{4B64B90A-8488-44AC-90B9-931920868121}"/>
              </a:ext>
            </a:extLst>
          </p:cNvPr>
          <p:cNvSpPr>
            <a:spLocks xmlns:a="http://schemas.openxmlformats.org/drawingml/2006/main" noGrp="1"/>
          </p:cNvSpPr>
          <p:nvPr/>
        </p:nvSpPr>
        <p:spPr>
          <a:xfrm xmlns:a="http://schemas.openxmlformats.org/drawingml/2006/main">
            <a:off x="8020050" y="228600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defRPr sz="1350" b="0">
                <a:solidFill>
                  <a:srgbClr val="CDE6D7"/>
                </a:solidFill>
                <a:latin typeface="Noto Sans"/>
                <a:ea typeface="Noto Sans"/>
                <a:cs typeface="Noto Sans"/>
              </a:defRPr>
            </a:pPr>
            <a:r>
              <a:rPr sz="1350" b="0">
                <a:solidFill>
                  <a:srgbClr val="CDE6D7"/>
                </a:solidFill>
                <a:latin typeface="Noto Sans"/>
                <a:ea typeface="Noto Sans"/>
                <a:cs typeface="Noto Sans"/>
              </a:rPr>
              <a:t>Tần số cực đại</a:t>
            </a:r>
          </a:p>
        </p:txBody>
      </p:sp>
      <p:sp>
        <p:nvSpPr>
          <p:cNvPr id="13" name="">
            <a:extLst xmlns:a="http://schemas.openxmlformats.org/drawingml/2006/main">
              <a:ext uri="{FF2B5EF4-FFF2-40B4-BE49-F238E27FC236}">
                <a16:creationId xmlns:a16="http://schemas.microsoft.com/office/drawing/2014/main" id="{B4F14F95-4431-4F81-814D-21AE7F6C6279}"/>
              </a:ext>
            </a:extLst>
          </p:cNvPr>
          <p:cNvSpPr>
            <a:spLocks xmlns:a="http://schemas.openxmlformats.org/drawingml/2006/main" noGrp="1"/>
          </p:cNvSpPr>
          <p:nvPr/>
        </p:nvSpPr>
        <p:spPr>
          <a:xfrm xmlns:a="http://schemas.openxmlformats.org/drawingml/2006/main">
            <a:off x="9715500" y="2266950"/>
            <a:ext cx="1371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r">
              <a:defRPr sz="1650" b="1">
                <a:solidFill>
                  <a:srgbClr val="FFFFFF"/>
                </a:solidFill>
                <a:latin typeface="Noto Sans"/>
                <a:ea typeface="Noto Sans"/>
                <a:cs typeface="Noto Sans"/>
              </a:defRPr>
            </a:pPr>
            <a:r>
              <a:rPr sz="1650" b="1">
                <a:solidFill>
                  <a:srgbClr val="FFFFFF"/>
                </a:solidFill>
                <a:latin typeface="Noto Sans"/>
                <a:ea typeface="Noto Sans"/>
                <a:cs typeface="Noto Sans"/>
              </a:rPr>
              <a:t>58,705 MHz</a:t>
            </a:r>
          </a:p>
        </p:txBody>
      </p:sp>
      <p:sp>
        <p:nvSpPr>
          <p:cNvPr id="14" name="">
            <a:extLst xmlns:a="http://schemas.openxmlformats.org/drawingml/2006/main">
              <a:ext uri="{FF2B5EF4-FFF2-40B4-BE49-F238E27FC236}">
                <a16:creationId xmlns:a16="http://schemas.microsoft.com/office/drawing/2014/main" id="{F7C3606B-D3BE-4E43-BBF3-FC7DC5C6E547}"/>
              </a:ext>
            </a:extLst>
          </p:cNvPr>
          <p:cNvSpPr>
            <a:spLocks xmlns:a="http://schemas.openxmlformats.org/drawingml/2006/main" noGrp="1"/>
          </p:cNvSpPr>
          <p:nvPr/>
        </p:nvSpPr>
        <p:spPr>
          <a:xfrm xmlns:a="http://schemas.openxmlformats.org/drawingml/2006/main">
            <a:off x="8020050" y="27622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defRPr sz="1350" b="0">
                <a:solidFill>
                  <a:srgbClr val="CDE6D7"/>
                </a:solidFill>
                <a:latin typeface="Noto Sans"/>
                <a:ea typeface="Noto Sans"/>
                <a:cs typeface="Noto Sans"/>
              </a:defRPr>
            </a:pPr>
            <a:r>
              <a:rPr sz="1350" b="0">
                <a:solidFill>
                  <a:srgbClr val="CDE6D7"/>
                </a:solidFill>
                <a:latin typeface="Noto Sans"/>
                <a:ea typeface="Noto Sans"/>
                <a:cs typeface="Noto Sans"/>
              </a:rPr>
              <a:t>Vi phạm thiết lập/giữ</a:t>
            </a:r>
          </a:p>
        </p:txBody>
      </p:sp>
      <p:sp>
        <p:nvSpPr>
          <p:cNvPr id="15" name="">
            <a:extLst xmlns:a="http://schemas.openxmlformats.org/drawingml/2006/main">
              <a:ext uri="{FF2B5EF4-FFF2-40B4-BE49-F238E27FC236}">
                <a16:creationId xmlns:a16="http://schemas.microsoft.com/office/drawing/2014/main" id="{F0AD2E54-4914-415B-B5B3-4EA48C6A0F77}"/>
              </a:ext>
            </a:extLst>
          </p:cNvPr>
          <p:cNvSpPr>
            <a:spLocks xmlns:a="http://schemas.openxmlformats.org/drawingml/2006/main" noGrp="1"/>
          </p:cNvSpPr>
          <p:nvPr/>
        </p:nvSpPr>
        <p:spPr>
          <a:xfrm xmlns:a="http://schemas.openxmlformats.org/drawingml/2006/main">
            <a:off x="10363200" y="272415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r">
              <a:defRPr sz="1800" b="1">
                <a:solidFill>
                  <a:srgbClr val="7AE0AC"/>
                </a:solidFill>
                <a:latin typeface="Noto Sans"/>
                <a:ea typeface="Noto Sans"/>
                <a:cs typeface="Noto Sans"/>
              </a:defRPr>
            </a:pPr>
            <a:r>
              <a:rPr sz="1800" b="1">
                <a:solidFill>
                  <a:srgbClr val="7AE0AC"/>
                </a:solidFill>
                <a:latin typeface="Noto Sans"/>
                <a:ea typeface="Noto Sans"/>
                <a:cs typeface="Noto Sans"/>
              </a:rPr>
              <a:t>0/0</a:t>
            </a:r>
          </a:p>
        </p:txBody>
      </p:sp>
      <p:sp>
        <p:nvSpPr>
          <p:cNvPr id="16" name="">
            <a:extLst xmlns:a="http://schemas.openxmlformats.org/drawingml/2006/main">
              <a:ext uri="{FF2B5EF4-FFF2-40B4-BE49-F238E27FC236}">
                <a16:creationId xmlns:a16="http://schemas.microsoft.com/office/drawing/2014/main" id="{EC6720D9-ACA5-4D06-BB0C-C03FD425A3CB}"/>
              </a:ext>
            </a:extLst>
          </p:cNvPr>
          <p:cNvSpPr>
            <a:spLocks xmlns:a="http://schemas.openxmlformats.org/drawingml/2006/main" noGrp="1"/>
          </p:cNvSpPr>
          <p:nvPr/>
        </p:nvSpPr>
        <p:spPr>
          <a:xfrm xmlns:a="http://schemas.openxmlformats.org/drawingml/2006/main">
            <a:off x="723900" y="3810000"/>
            <a:ext cx="10668000" cy="0"/>
          </a:xfrm>
          <a:prstGeom xmlns:a="http://schemas.openxmlformats.org/drawingml/2006/main" prst="line">
            <a:avLst/>
          </a:prstGeom>
          <a:noFill xmlns:a="http://schemas.openxmlformats.org/drawingml/2006/main"/>
          <a:ln xmlns:a="http://schemas.openxmlformats.org/drawingml/2006/main" w="19050">
            <a:solidFill>
              <a:srgbClr val="4E896D"/>
            </a:solidFill>
          </a:ln>
        </p:spPr>
      </p:sp>
      <p:sp>
        <p:nvSpPr>
          <p:cNvPr id="17" name="">
            <a:extLst xmlns:a="http://schemas.openxmlformats.org/drawingml/2006/main">
              <a:ext uri="{FF2B5EF4-FFF2-40B4-BE49-F238E27FC236}">
                <a16:creationId xmlns:a16="http://schemas.microsoft.com/office/drawing/2014/main" id="{F49C6673-99AA-4CCC-A717-30CD493D4CEA}"/>
              </a:ext>
            </a:extLst>
          </p:cNvPr>
          <p:cNvSpPr>
            <a:spLocks xmlns:a="http://schemas.openxmlformats.org/drawingml/2006/main" noGrp="1"/>
          </p:cNvSpPr>
          <p:nvPr/>
        </p:nvSpPr>
        <p:spPr>
          <a:xfrm xmlns:a="http://schemas.openxmlformats.org/drawingml/2006/main">
            <a:off x="781050" y="4171950"/>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FFFFF"/>
                </a:solidFill>
                <a:latin typeface="Noto Sans"/>
                <a:ea typeface="Noto Sans"/>
                <a:cs typeface="Noto Sans"/>
              </a:defRPr>
            </a:pPr>
            <a:r>
              <a:rPr sz="2850" b="1">
                <a:solidFill>
                  <a:srgbClr val="FFFFFF"/>
                </a:solidFill>
                <a:latin typeface="Noto Sans"/>
                <a:ea typeface="Noto Sans"/>
                <a:cs typeface="Noto Sans"/>
              </a:rPr>
              <a:t>490/8.640</a:t>
            </a:r>
          </a:p>
        </p:txBody>
      </p:sp>
      <p:sp>
        <p:nvSpPr>
          <p:cNvPr id="18" name="">
            <a:extLst xmlns:a="http://schemas.openxmlformats.org/drawingml/2006/main">
              <a:ext uri="{FF2B5EF4-FFF2-40B4-BE49-F238E27FC236}">
                <a16:creationId xmlns:a16="http://schemas.microsoft.com/office/drawing/2014/main" id="{7C29FB34-C857-42E5-ACBB-28B77254D667}"/>
              </a:ext>
            </a:extLst>
          </p:cNvPr>
          <p:cNvSpPr>
            <a:spLocks xmlns:a="http://schemas.openxmlformats.org/drawingml/2006/main" noGrp="1"/>
          </p:cNvSpPr>
          <p:nvPr/>
        </p:nvSpPr>
        <p:spPr>
          <a:xfrm xmlns:a="http://schemas.openxmlformats.org/drawingml/2006/main">
            <a:off x="781050" y="47053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7E9DF"/>
                </a:solidFill>
                <a:latin typeface="Noto Sans"/>
                <a:ea typeface="Noto Sans"/>
                <a:cs typeface="Noto Sans"/>
              </a:defRPr>
            </a:pPr>
            <a:r>
              <a:rPr sz="1350" b="0">
                <a:solidFill>
                  <a:srgbClr val="D7E9DF"/>
                </a:solidFill>
                <a:latin typeface="Noto Sans"/>
                <a:ea typeface="Noto Sans"/>
                <a:cs typeface="Noto Sans"/>
              </a:rPr>
              <a:t>phần tử logic, 6%</a:t>
            </a:r>
          </a:p>
        </p:txBody>
      </p:sp>
      <p:sp>
        <p:nvSpPr>
          <p:cNvPr id="19" name="">
            <a:extLst xmlns:a="http://schemas.openxmlformats.org/drawingml/2006/main">
              <a:ext uri="{FF2B5EF4-FFF2-40B4-BE49-F238E27FC236}">
                <a16:creationId xmlns:a16="http://schemas.microsoft.com/office/drawing/2014/main" id="{425D55C0-E9F0-4C76-9092-A612E123715F}"/>
              </a:ext>
            </a:extLst>
          </p:cNvPr>
          <p:cNvSpPr>
            <a:spLocks xmlns:a="http://schemas.openxmlformats.org/drawingml/2006/main" noGrp="1"/>
          </p:cNvSpPr>
          <p:nvPr/>
        </p:nvSpPr>
        <p:spPr>
          <a:xfrm xmlns:a="http://schemas.openxmlformats.org/drawingml/2006/main">
            <a:off x="4514850" y="4171950"/>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FFFFF"/>
                </a:solidFill>
                <a:latin typeface="Noto Sans"/>
                <a:ea typeface="Noto Sans"/>
                <a:cs typeface="Noto Sans"/>
              </a:defRPr>
            </a:pPr>
            <a:r>
              <a:rPr sz="2850" b="1">
                <a:solidFill>
                  <a:srgbClr val="FFFFFF"/>
                </a:solidFill>
                <a:latin typeface="Noto Sans"/>
                <a:ea typeface="Noto Sans"/>
                <a:cs typeface="Noto Sans"/>
              </a:rPr>
              <a:t>283/6.693</a:t>
            </a:r>
          </a:p>
        </p:txBody>
      </p:sp>
      <p:sp>
        <p:nvSpPr>
          <p:cNvPr id="20" name="">
            <a:extLst xmlns:a="http://schemas.openxmlformats.org/drawingml/2006/main">
              <a:ext uri="{FF2B5EF4-FFF2-40B4-BE49-F238E27FC236}">
                <a16:creationId xmlns:a16="http://schemas.microsoft.com/office/drawing/2014/main" id="{5872BA75-A89F-4D54-BB61-3BED95C4EE9B}"/>
              </a:ext>
            </a:extLst>
          </p:cNvPr>
          <p:cNvSpPr>
            <a:spLocks xmlns:a="http://schemas.openxmlformats.org/drawingml/2006/main" noGrp="1"/>
          </p:cNvSpPr>
          <p:nvPr/>
        </p:nvSpPr>
        <p:spPr>
          <a:xfrm xmlns:a="http://schemas.openxmlformats.org/drawingml/2006/main">
            <a:off x="4514850" y="47053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7E9DF"/>
                </a:solidFill>
                <a:latin typeface="Noto Sans"/>
                <a:ea typeface="Noto Sans"/>
                <a:cs typeface="Noto Sans"/>
              </a:defRPr>
            </a:pPr>
            <a:r>
              <a:rPr sz="1350" b="0">
                <a:solidFill>
                  <a:srgbClr val="D7E9DF"/>
                </a:solidFill>
                <a:latin typeface="Noto Sans"/>
                <a:ea typeface="Noto Sans"/>
                <a:cs typeface="Noto Sans"/>
              </a:rPr>
              <a:t>thanh ghi, 5%</a:t>
            </a:r>
          </a:p>
        </p:txBody>
      </p:sp>
      <p:sp>
        <p:nvSpPr>
          <p:cNvPr id="21" name="">
            <a:extLst xmlns:a="http://schemas.openxmlformats.org/drawingml/2006/main">
              <a:ext uri="{FF2B5EF4-FFF2-40B4-BE49-F238E27FC236}">
                <a16:creationId xmlns:a16="http://schemas.microsoft.com/office/drawing/2014/main" id="{E660BB28-E884-47B8-9862-0FCFE0C2CAE8}"/>
              </a:ext>
            </a:extLst>
          </p:cNvPr>
          <p:cNvSpPr>
            <a:spLocks xmlns:a="http://schemas.openxmlformats.org/drawingml/2006/main" noGrp="1"/>
          </p:cNvSpPr>
          <p:nvPr/>
        </p:nvSpPr>
        <p:spPr>
          <a:xfrm xmlns:a="http://schemas.openxmlformats.org/drawingml/2006/main">
            <a:off x="8248650" y="4171950"/>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FFFFF"/>
                </a:solidFill>
                <a:latin typeface="Noto Sans"/>
                <a:ea typeface="Noto Sans"/>
                <a:cs typeface="Noto Sans"/>
              </a:defRPr>
            </a:pPr>
            <a:r>
              <a:rPr sz="2850" b="1">
                <a:solidFill>
                  <a:srgbClr val="FFFFFF"/>
                </a:solidFill>
                <a:latin typeface="Noto Sans"/>
                <a:ea typeface="Noto Sans"/>
                <a:cs typeface="Noto Sans"/>
              </a:rPr>
              <a:t>+20,003 ns</a:t>
            </a:r>
          </a:p>
        </p:txBody>
      </p:sp>
      <p:sp>
        <p:nvSpPr>
          <p:cNvPr id="22" name="">
            <a:extLst xmlns:a="http://schemas.openxmlformats.org/drawingml/2006/main">
              <a:ext uri="{FF2B5EF4-FFF2-40B4-BE49-F238E27FC236}">
                <a16:creationId xmlns:a16="http://schemas.microsoft.com/office/drawing/2014/main" id="{EE845561-E9B0-429D-A23A-BB58E267ED5E}"/>
              </a:ext>
            </a:extLst>
          </p:cNvPr>
          <p:cNvSpPr>
            <a:spLocks xmlns:a="http://schemas.openxmlformats.org/drawingml/2006/main" noGrp="1"/>
          </p:cNvSpPr>
          <p:nvPr/>
        </p:nvSpPr>
        <p:spPr>
          <a:xfrm xmlns:a="http://schemas.openxmlformats.org/drawingml/2006/main">
            <a:off x="8248650" y="47053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7E9DF"/>
                </a:solidFill>
                <a:latin typeface="Noto Sans"/>
                <a:ea typeface="Noto Sans"/>
                <a:cs typeface="Noto Sans"/>
              </a:defRPr>
            </a:pPr>
            <a:r>
              <a:rPr sz="1350" b="0">
                <a:solidFill>
                  <a:srgbClr val="D7E9DF"/>
                </a:solidFill>
                <a:latin typeface="Noto Sans"/>
                <a:ea typeface="Noto Sans"/>
                <a:cs typeface="Noto Sans"/>
              </a:rPr>
              <a:t>độ dư thiết lập đại diện</a:t>
            </a:r>
          </a:p>
        </p:txBody>
      </p:sp>
      <p:sp>
        <p:nvSpPr>
          <p:cNvPr id="23" name="">
            <a:extLst xmlns:a="http://schemas.openxmlformats.org/drawingml/2006/main">
              <a:ext uri="{FF2B5EF4-FFF2-40B4-BE49-F238E27FC236}">
                <a16:creationId xmlns:a16="http://schemas.microsoft.com/office/drawing/2014/main" id="{9D254A71-44B4-45AF-9B98-3B0FE0443FA3}"/>
              </a:ext>
            </a:extLst>
          </p:cNvPr>
          <p:cNvSpPr>
            <a:spLocks xmlns:a="http://schemas.openxmlformats.org/drawingml/2006/main" noGrp="1"/>
          </p:cNvSpPr>
          <p:nvPr/>
        </p:nvSpPr>
        <p:spPr>
          <a:xfrm xmlns:a="http://schemas.openxmlformats.org/drawingml/2006/main">
            <a:off x="1524000" y="5772150"/>
            <a:ext cx="914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CDE6D7"/>
                </a:solidFill>
                <a:latin typeface="Noto Sans"/>
                <a:ea typeface="Noto Sans"/>
                <a:cs typeface="Noto Sans"/>
              </a:defRPr>
            </a:pPr>
            <a:r>
              <a:rPr sz="1575" b="1">
                <a:solidFill>
                  <a:srgbClr val="CDE6D7"/>
                </a:solidFill>
                <a:latin typeface="Noto Sans"/>
                <a:ea typeface="Noto Sans"/>
                <a:cs typeface="Noto Sans"/>
              </a:rPr>
              <a:t>Tổng hợp, định tuyến, tạo bitstream, nạp SRAM và kiểm chứng UART</a:t>
            </a:r>
          </a:p>
        </p:txBody>
      </p:sp>
      <p:sp>
        <p:nvSpPr>
          <p:cNvPr id="24" name="">
            <a:extLst xmlns:a="http://schemas.openxmlformats.org/drawingml/2006/main">
              <a:ext uri="{FF2B5EF4-FFF2-40B4-BE49-F238E27FC236}">
                <a16:creationId xmlns:a16="http://schemas.microsoft.com/office/drawing/2014/main" id="{08E25832-36D4-4373-B98E-AFCFDE87C351}"/>
              </a:ext>
            </a:extLst>
          </p:cNvPr>
          <p:cNvSpPr>
            <a:spLocks xmlns:a="http://schemas.openxmlformats.org/drawingml/2006/main" noGrp="1"/>
          </p:cNvSpPr>
          <p:nvPr/>
        </p:nvSpPr>
        <p:spPr>
          <a:xfrm xmlns:a="http://schemas.openxmlformats.org/drawingml/2006/main">
            <a:off x="590550" y="6419850"/>
            <a:ext cx="11010900" cy="0"/>
          </a:xfrm>
          <a:prstGeom xmlns:a="http://schemas.openxmlformats.org/drawingml/2006/main" prst="line">
            <a:avLst/>
          </a:prstGeom>
          <a:noFill xmlns:a="http://schemas.openxmlformats.org/drawingml/2006/main"/>
          <a:ln xmlns:a="http://schemas.openxmlformats.org/drawingml/2006/main" w="9525">
            <a:solidFill>
              <a:srgbClr val="4E896D"/>
            </a:solidFill>
          </a:ln>
        </p:spPr>
      </p:sp>
      <p:sp>
        <p:nvSpPr>
          <p:cNvPr id="25" name="">
            <a:extLst xmlns:a="http://schemas.openxmlformats.org/drawingml/2006/main">
              <a:ext uri="{FF2B5EF4-FFF2-40B4-BE49-F238E27FC236}">
                <a16:creationId xmlns:a16="http://schemas.microsoft.com/office/drawing/2014/main" id="{E3F21661-5BAD-44EE-82C5-6D625A401D44}"/>
              </a:ext>
            </a:extLst>
          </p:cNvPr>
          <p:cNvSpPr>
            <a:spLocks xmlns:a="http://schemas.openxmlformats.org/drawingml/2006/main" noGrp="1"/>
          </p:cNvSpPr>
          <p:nvPr/>
        </p:nvSpPr>
        <p:spPr>
          <a:xfrm xmlns:a="http://schemas.openxmlformats.org/drawingml/2006/main">
            <a:off x="628650" y="6477000"/>
            <a:ext cx="638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CDE6D7"/>
                </a:solidFill>
                <a:latin typeface="Noto Sans"/>
                <a:ea typeface="Noto Sans"/>
                <a:cs typeface="Noto Sans"/>
              </a:defRPr>
            </a:pPr>
            <a:r>
              <a:rPr sz="900" b="1">
                <a:solidFill>
                  <a:srgbClr val="CDE6D7"/>
                </a:solidFill>
                <a:latin typeface="Noto Sans"/>
                <a:ea typeface="Noto Sans"/>
                <a:cs typeface="Noto Sans"/>
              </a:rPr>
              <a:t>CHUNG KẾT CUỘC THI THIẾT KẾ VI MẠCH UIT III</a:t>
            </a:r>
          </a:p>
        </p:txBody>
      </p:sp>
      <p:sp>
        <p:nvSpPr>
          <p:cNvPr id="26" name="">
            <a:extLst xmlns:a="http://schemas.openxmlformats.org/drawingml/2006/main">
              <a:ext uri="{FF2B5EF4-FFF2-40B4-BE49-F238E27FC236}">
                <a16:creationId xmlns:a16="http://schemas.microsoft.com/office/drawing/2014/main" id="{7FFAC728-1F11-4722-BDEF-545996E0D6DA}"/>
              </a:ext>
            </a:extLst>
          </p:cNvPr>
          <p:cNvSpPr>
            <a:spLocks xmlns:a="http://schemas.openxmlformats.org/drawingml/2006/main" noGrp="1"/>
          </p:cNvSpPr>
          <p:nvPr/>
        </p:nvSpPr>
        <p:spPr>
          <a:xfrm xmlns:a="http://schemas.openxmlformats.org/drawingml/2006/main">
            <a:off x="110680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CDE6D7"/>
                </a:solidFill>
                <a:latin typeface="Noto Sans"/>
                <a:ea typeface="Noto Sans"/>
                <a:cs typeface="Noto Sans"/>
              </a:defRPr>
            </a:pPr>
            <a:r>
              <a:rPr sz="975" b="1">
                <a:solidFill>
                  <a:srgbClr val="CDE6D7"/>
                </a:solidFill>
                <a:latin typeface="Noto Sans"/>
                <a:ea typeface="Noto Sans"/>
                <a:cs typeface="Noto Sans"/>
              </a:rPr>
              <a:t>7</a:t>
            </a:r>
          </a:p>
        </p:txBody>
      </p:sp>
    </p:spTree>
    <p:extLst>
      <p:ext uri="{BB962C8B-B14F-4D97-AF65-F5344CB8AC3E}">
        <p14:creationId xmlns:p14="http://schemas.microsoft.com/office/powerpoint/2010/main" val="38980689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F2EAB60-C8C9-44F4-912E-31B66BDB81D5}"/>
              </a:ext>
            </a:extLst>
          </p:cNvPr>
          <p:cNvSpPr>
            <a:spLocks xmlns:a="http://schemas.openxmlformats.org/drawingml/2006/main" noGrp="1"/>
          </p:cNvSpPr>
          <p:nvPr/>
        </p:nvSpPr>
        <p:spPr>
          <a:xfrm xmlns:a="http://schemas.openxmlformats.org/drawingml/2006/main">
            <a:off x="628650" y="32385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619"/>
          </a:bodyPr>
          <a:lstStyle xmlns:a="http://schemas.openxmlformats.org/drawingml/2006/main"/>
          <a:p xmlns:a="http://schemas.openxmlformats.org/drawingml/2006/main">
            <a:pPr>
              <a:defRPr sz="1050" b="1">
                <a:solidFill>
                  <a:srgbClr val="0F6E41"/>
                </a:solidFill>
                <a:latin typeface="Noto Sans"/>
                <a:ea typeface="Noto Sans"/>
                <a:cs typeface="Noto Sans"/>
              </a:defRPr>
            </a:pPr>
            <a:r>
              <a:rPr sz="1050" b="1">
                <a:solidFill>
                  <a:srgbClr val="0F6E41"/>
                </a:solidFill>
                <a:latin typeface="Noto Sans"/>
                <a:ea typeface="Noto Sans"/>
                <a:cs typeface="Noto Sans"/>
              </a:rPr>
              <a:t>08</a:t>
            </a:r>
          </a:p>
        </p:txBody>
      </p:sp>
      <p:sp>
        <p:nvSpPr>
          <p:cNvPr id="2" name="">
            <a:extLst xmlns:a="http://schemas.openxmlformats.org/drawingml/2006/main">
              <a:ext uri="{FF2B5EF4-FFF2-40B4-BE49-F238E27FC236}">
                <a16:creationId xmlns:a16="http://schemas.microsoft.com/office/drawing/2014/main" id="{C8586131-161C-42CB-834D-089D699DBE1A}"/>
              </a:ext>
            </a:extLst>
          </p:cNvPr>
          <p:cNvSpPr>
            <a:spLocks xmlns:a="http://schemas.openxmlformats.org/drawingml/2006/main" noGrp="1"/>
          </p:cNvSpPr>
          <p:nvPr/>
        </p:nvSpPr>
        <p:spPr>
          <a:xfrm xmlns:a="http://schemas.openxmlformats.org/drawingml/2006/main">
            <a:off x="628650" y="590550"/>
            <a:ext cx="1028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625" b="1">
                <a:solidFill>
                  <a:srgbClr val="17352B"/>
                </a:solidFill>
                <a:latin typeface="Noto Sans"/>
                <a:ea typeface="Noto Sans"/>
                <a:cs typeface="Noto Sans"/>
              </a:defRPr>
            </a:pPr>
            <a:r>
              <a:rPr sz="2625" b="1">
                <a:solidFill>
                  <a:srgbClr val="17352B"/>
                </a:solidFill>
                <a:latin typeface="Noto Sans"/>
                <a:ea typeface="Noto Sans"/>
                <a:cs typeface="Noto Sans"/>
              </a:rPr>
              <a:t>Kịch bản demo và kết luận</a:t>
            </a:r>
          </a:p>
        </p:txBody>
      </p:sp>
      <p:sp>
        <p:nvSpPr>
          <p:cNvPr id="3" name="">
            <a:extLst xmlns:a="http://schemas.openxmlformats.org/drawingml/2006/main">
              <a:ext uri="{FF2B5EF4-FFF2-40B4-BE49-F238E27FC236}">
                <a16:creationId xmlns:a16="http://schemas.microsoft.com/office/drawing/2014/main" id="{BD3E051A-F774-44B1-9EA9-1E5CE4E980F1}"/>
              </a:ext>
            </a:extLst>
          </p:cNvPr>
          <p:cNvSpPr>
            <a:spLocks xmlns:a="http://schemas.openxmlformats.org/drawingml/2006/main" noGrp="1"/>
          </p:cNvSpPr>
          <p:nvPr/>
        </p:nvSpPr>
        <p:spPr>
          <a:xfrm xmlns:a="http://schemas.openxmlformats.org/drawingml/2006/main">
            <a:off x="628650" y="1257300"/>
            <a:ext cx="876300" cy="0"/>
          </a:xfrm>
          <a:prstGeom xmlns:a="http://schemas.openxmlformats.org/drawingml/2006/main" prst="line">
            <a:avLst/>
          </a:prstGeom>
          <a:noFill xmlns:a="http://schemas.openxmlformats.org/drawingml/2006/main"/>
          <a:ln xmlns:a="http://schemas.openxmlformats.org/drawingml/2006/main" w="47625">
            <a:solidFill>
              <a:srgbClr val="0F6E41"/>
            </a:solid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beeaa0baeaab45f6"/>
          <a:stretch xmlns:a="http://schemas.openxmlformats.org/drawingml/2006/main"/>
        </p:blipFill>
        <p:spPr>
          <a:xfrm xmlns:a="http://schemas.openxmlformats.org/drawingml/2006/main">
            <a:off x="11249025" y="228600"/>
            <a:ext cx="476250" cy="476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6E9895A-D749-4F85-8417-241977B6F82E}"/>
              </a:ext>
            </a:extLst>
          </p:cNvPr>
          <p:cNvSpPr>
            <a:spLocks xmlns:a="http://schemas.openxmlformats.org/drawingml/2006/main" noGrp="1"/>
          </p:cNvSpPr>
          <p:nvPr/>
        </p:nvSpPr>
        <p:spPr>
          <a:xfrm xmlns:a="http://schemas.openxmlformats.org/drawingml/2006/main">
            <a:off x="781050" y="16573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827"/>
          </a:bodyPr>
          <a:lstStyle xmlns:a="http://schemas.openxmlformats.org/drawingml/2006/main"/>
          <a:p xmlns:a="http://schemas.openxmlformats.org/drawingml/2006/main">
            <a:pPr>
              <a:defRPr sz="2025" b="1">
                <a:solidFill>
                  <a:srgbClr val="056839"/>
                </a:solidFill>
                <a:latin typeface="Noto Sans"/>
                <a:ea typeface="Noto Sans"/>
                <a:cs typeface="Noto Sans"/>
              </a:defRPr>
            </a:pPr>
            <a:r>
              <a:rPr sz="2025" b="1">
                <a:solidFill>
                  <a:srgbClr val="056839"/>
                </a:solidFill>
                <a:latin typeface="Noto Sans"/>
                <a:ea typeface="Noto Sans"/>
                <a:cs typeface="Noto Sans"/>
              </a:rPr>
              <a:t>Các tình huống sẽ kiểm tra</a:t>
            </a:r>
          </a:p>
        </p:txBody>
      </p:sp>
      <p:sp>
        <p:nvSpPr>
          <p:cNvPr id="6" name="">
            <a:extLst xmlns:a="http://schemas.openxmlformats.org/drawingml/2006/main">
              <a:ext uri="{FF2B5EF4-FFF2-40B4-BE49-F238E27FC236}">
                <a16:creationId xmlns:a16="http://schemas.microsoft.com/office/drawing/2014/main" id="{E0FDADFF-FDA2-49FA-B67D-9FED7E9A3860}"/>
              </a:ext>
            </a:extLst>
          </p:cNvPr>
          <p:cNvSpPr>
            <a:spLocks xmlns:a="http://schemas.openxmlformats.org/drawingml/2006/main" noGrp="1"/>
          </p:cNvSpPr>
          <p:nvPr/>
        </p:nvSpPr>
        <p:spPr>
          <a:xfrm xmlns:a="http://schemas.openxmlformats.org/drawingml/2006/main">
            <a:off x="838200" y="222885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1">
                <a:solidFill>
                  <a:srgbClr val="0F6E41"/>
                </a:solidFill>
                <a:latin typeface="Noto Sans"/>
                <a:ea typeface="Noto Sans"/>
                <a:cs typeface="Noto Sans"/>
              </a:defRPr>
            </a:pPr>
            <a:r>
              <a:rPr sz="1575" b="1">
                <a:solidFill>
                  <a:srgbClr val="0F6E41"/>
                </a:solidFill>
                <a:latin typeface="Noto Sans"/>
                <a:ea typeface="Noto Sans"/>
                <a:cs typeface="Noto Sans"/>
              </a:rPr>
              <a:t>1   Dữ liệu đạt QC và cập nhật độ lệch</a:t>
            </a:r>
          </a:p>
        </p:txBody>
      </p:sp>
      <p:sp>
        <p:nvSpPr>
          <p:cNvPr id="7" name="">
            <a:extLst xmlns:a="http://schemas.openxmlformats.org/drawingml/2006/main">
              <a:ext uri="{FF2B5EF4-FFF2-40B4-BE49-F238E27FC236}">
                <a16:creationId xmlns:a16="http://schemas.microsoft.com/office/drawing/2014/main" id="{1E124EAB-9F7D-44F8-9564-9EA894D44723}"/>
              </a:ext>
            </a:extLst>
          </p:cNvPr>
          <p:cNvSpPr>
            <a:spLocks xmlns:a="http://schemas.openxmlformats.org/drawingml/2006/main" noGrp="1"/>
          </p:cNvSpPr>
          <p:nvPr/>
        </p:nvSpPr>
        <p:spPr>
          <a:xfrm xmlns:a="http://schemas.openxmlformats.org/drawingml/2006/main">
            <a:off x="838200" y="278130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17352B"/>
                </a:solidFill>
                <a:latin typeface="Noto Sans"/>
                <a:ea typeface="Noto Sans"/>
                <a:cs typeface="Noto Sans"/>
              </a:defRPr>
            </a:pPr>
            <a:r>
              <a:rPr sz="1575" b="0">
                <a:solidFill>
                  <a:srgbClr val="17352B"/>
                </a:solidFill>
                <a:latin typeface="Noto Sans"/>
                <a:ea typeface="Noto Sans"/>
                <a:cs typeface="Noto Sans"/>
              </a:rPr>
              <a:t>2   Dữ liệu không đạt QC và giữ trạng thái</a:t>
            </a:r>
          </a:p>
        </p:txBody>
      </p:sp>
      <p:sp>
        <p:nvSpPr>
          <p:cNvPr id="8" name="">
            <a:extLst xmlns:a="http://schemas.openxmlformats.org/drawingml/2006/main">
              <a:ext uri="{FF2B5EF4-FFF2-40B4-BE49-F238E27FC236}">
                <a16:creationId xmlns:a16="http://schemas.microsoft.com/office/drawing/2014/main" id="{54B7E2DB-EDFB-4669-AC39-B74D0318EF9B}"/>
              </a:ext>
            </a:extLst>
          </p:cNvPr>
          <p:cNvSpPr>
            <a:spLocks xmlns:a="http://schemas.openxmlformats.org/drawingml/2006/main" noGrp="1"/>
          </p:cNvSpPr>
          <p:nvPr/>
        </p:nvSpPr>
        <p:spPr>
          <a:xfrm xmlns:a="http://schemas.openxmlformats.org/drawingml/2006/main">
            <a:off x="838200" y="333375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17352B"/>
                </a:solidFill>
                <a:latin typeface="Noto Sans"/>
                <a:ea typeface="Noto Sans"/>
                <a:cs typeface="Noto Sans"/>
              </a:defRPr>
            </a:pPr>
            <a:r>
              <a:rPr sz="1575" b="0">
                <a:solidFill>
                  <a:srgbClr val="17352B"/>
                </a:solidFill>
                <a:latin typeface="Noto Sans"/>
                <a:ea typeface="Noto Sans"/>
                <a:cs typeface="Noto Sans"/>
              </a:rPr>
              <a:t>3   Độ lệch âm và độ lệch dương</a:t>
            </a:r>
          </a:p>
        </p:txBody>
      </p:sp>
      <p:sp>
        <p:nvSpPr>
          <p:cNvPr id="9" name="">
            <a:extLst xmlns:a="http://schemas.openxmlformats.org/drawingml/2006/main">
              <a:ext uri="{FF2B5EF4-FFF2-40B4-BE49-F238E27FC236}">
                <a16:creationId xmlns:a16="http://schemas.microsoft.com/office/drawing/2014/main" id="{BE503314-DC01-47E9-888B-A069DB95A56D}"/>
              </a:ext>
            </a:extLst>
          </p:cNvPr>
          <p:cNvSpPr>
            <a:spLocks xmlns:a="http://schemas.openxmlformats.org/drawingml/2006/main" noGrp="1"/>
          </p:cNvSpPr>
          <p:nvPr/>
        </p:nvSpPr>
        <p:spPr>
          <a:xfrm xmlns:a="http://schemas.openxmlformats.org/drawingml/2006/main">
            <a:off x="838200" y="388620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17352B"/>
                </a:solidFill>
                <a:latin typeface="Noto Sans"/>
                <a:ea typeface="Noto Sans"/>
                <a:cs typeface="Noto Sans"/>
              </a:defRPr>
            </a:pPr>
            <a:r>
              <a:rPr sz="1575" b="0">
                <a:solidFill>
                  <a:srgbClr val="17352B"/>
                </a:solidFill>
                <a:latin typeface="Noto Sans"/>
                <a:ea typeface="Noto Sans"/>
                <a:cs typeface="Noto Sans"/>
              </a:rPr>
              <a:t>4   Các biên cảnh báo</a:t>
            </a:r>
          </a:p>
        </p:txBody>
      </p:sp>
      <p:sp>
        <p:nvSpPr>
          <p:cNvPr id="10" name="">
            <a:extLst xmlns:a="http://schemas.openxmlformats.org/drawingml/2006/main">
              <a:ext uri="{FF2B5EF4-FFF2-40B4-BE49-F238E27FC236}">
                <a16:creationId xmlns:a16="http://schemas.microsoft.com/office/drawing/2014/main" id="{F52F3D92-A672-4FFE-A6E3-4CFD705C10C3}"/>
              </a:ext>
            </a:extLst>
          </p:cNvPr>
          <p:cNvSpPr>
            <a:spLocks xmlns:a="http://schemas.openxmlformats.org/drawingml/2006/main" noGrp="1"/>
          </p:cNvSpPr>
          <p:nvPr/>
        </p:nvSpPr>
        <p:spPr>
          <a:xfrm xmlns:a="http://schemas.openxmlformats.org/drawingml/2006/main">
            <a:off x="838200" y="443865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17352B"/>
                </a:solidFill>
                <a:latin typeface="Noto Sans"/>
                <a:ea typeface="Noto Sans"/>
                <a:cs typeface="Noto Sans"/>
              </a:defRPr>
            </a:pPr>
            <a:r>
              <a:rPr sz="1575" b="0">
                <a:solidFill>
                  <a:srgbClr val="17352B"/>
                </a:solidFill>
                <a:latin typeface="Noto Sans"/>
                <a:ea typeface="Noto Sans"/>
                <a:cs typeface="Noto Sans"/>
              </a:rPr>
              <a:t>5   Bão hòa độ lệch</a:t>
            </a:r>
          </a:p>
        </p:txBody>
      </p:sp>
      <p:sp>
        <p:nvSpPr>
          <p:cNvPr id="11" name="">
            <a:extLst xmlns:a="http://schemas.openxmlformats.org/drawingml/2006/main">
              <a:ext uri="{FF2B5EF4-FFF2-40B4-BE49-F238E27FC236}">
                <a16:creationId xmlns:a16="http://schemas.microsoft.com/office/drawing/2014/main" id="{B293543E-BE17-4F1C-BBD8-B11D1F699EAC}"/>
              </a:ext>
            </a:extLst>
          </p:cNvPr>
          <p:cNvSpPr>
            <a:spLocks xmlns:a="http://schemas.openxmlformats.org/drawingml/2006/main" noGrp="1"/>
          </p:cNvSpPr>
          <p:nvPr/>
        </p:nvSpPr>
        <p:spPr>
          <a:xfrm xmlns:a="http://schemas.openxmlformats.org/drawingml/2006/main">
            <a:off x="6496050" y="1657350"/>
            <a:ext cx="0" cy="3200400"/>
          </a:xfrm>
          <a:prstGeom xmlns:a="http://schemas.openxmlformats.org/drawingml/2006/main" prst="line">
            <a:avLst/>
          </a:prstGeom>
          <a:noFill xmlns:a="http://schemas.openxmlformats.org/drawingml/2006/main"/>
          <a:ln xmlns:a="http://schemas.openxmlformats.org/drawingml/2006/main" w="19050">
            <a:solidFill>
              <a:srgbClr val="C8D8CF"/>
            </a:solidFill>
          </a:ln>
        </p:spPr>
      </p:sp>
      <p:sp>
        <p:nvSpPr>
          <p:cNvPr id="12" name="">
            <a:extLst xmlns:a="http://schemas.openxmlformats.org/drawingml/2006/main">
              <a:ext uri="{FF2B5EF4-FFF2-40B4-BE49-F238E27FC236}">
                <a16:creationId xmlns:a16="http://schemas.microsoft.com/office/drawing/2014/main" id="{D3221D51-47D3-46F2-AAFE-D80614C917BB}"/>
              </a:ext>
            </a:extLst>
          </p:cNvPr>
          <p:cNvSpPr>
            <a:spLocks xmlns:a="http://schemas.openxmlformats.org/drawingml/2006/main" noGrp="1"/>
          </p:cNvSpPr>
          <p:nvPr/>
        </p:nvSpPr>
        <p:spPr>
          <a:xfrm xmlns:a="http://schemas.openxmlformats.org/drawingml/2006/main">
            <a:off x="7143750" y="2076450"/>
            <a:ext cx="1809750" cy="781050"/>
          </a:xfrm>
          <a:prstGeom xmlns:a="http://schemas.openxmlformats.org/drawingml/2006/main" prst="roundRect">
            <a:avLst>
              <a:gd name="adj" fmla="val 17073"/>
            </a:avLst>
          </a:prstGeom>
          <a:solidFill xmlns:a="http://schemas.openxmlformats.org/drawingml/2006/main">
            <a:srgbClr val="EAF5EF"/>
          </a:solidFill>
          <a:ln xmlns:a="http://schemas.openxmlformats.org/drawingml/2006/main" w="19050">
            <a:solidFill>
              <a:srgbClr val="0F6E41"/>
            </a:solidFill>
          </a:ln>
        </p:spPr>
      </p:sp>
      <p:sp>
        <p:nvSpPr>
          <p:cNvPr id="13" name="">
            <a:extLst xmlns:a="http://schemas.openxmlformats.org/drawingml/2006/main">
              <a:ext uri="{FF2B5EF4-FFF2-40B4-BE49-F238E27FC236}">
                <a16:creationId xmlns:a16="http://schemas.microsoft.com/office/drawing/2014/main" id="{CDBC8A34-8258-4400-A658-FCCAE6E23F6E}"/>
              </a:ext>
            </a:extLst>
          </p:cNvPr>
          <p:cNvSpPr>
            <a:spLocks xmlns:a="http://schemas.openxmlformats.org/drawingml/2006/main" noGrp="1"/>
          </p:cNvSpPr>
          <p:nvPr/>
        </p:nvSpPr>
        <p:spPr>
          <a:xfrm xmlns:a="http://schemas.openxmlformats.org/drawingml/2006/main">
            <a:off x="9486900" y="2076450"/>
            <a:ext cx="1809750" cy="781050"/>
          </a:xfrm>
          <a:prstGeom xmlns:a="http://schemas.openxmlformats.org/drawingml/2006/main" prst="roundRect">
            <a:avLst>
              <a:gd name="adj" fmla="val 17073"/>
            </a:avLst>
          </a:prstGeom>
          <a:solidFill xmlns:a="http://schemas.openxmlformats.org/drawingml/2006/main">
            <a:srgbClr val="056839"/>
          </a:solidFill>
          <a:ln xmlns:a="http://schemas.openxmlformats.org/drawingml/2006/main" w="19050">
            <a:solidFill>
              <a:srgbClr val="056839"/>
            </a:solidFill>
          </a:ln>
        </p:spPr>
      </p:sp>
      <p:sp>
        <p:nvSpPr>
          <p:cNvPr id="14" name="">
            <a:extLst xmlns:a="http://schemas.openxmlformats.org/drawingml/2006/main">
              <a:ext uri="{FF2B5EF4-FFF2-40B4-BE49-F238E27FC236}">
                <a16:creationId xmlns:a16="http://schemas.microsoft.com/office/drawing/2014/main" id="{E13EB57E-8C13-4624-8B93-34B9C3173D69}"/>
              </a:ext>
            </a:extLst>
          </p:cNvPr>
          <p:cNvSpPr>
            <a:spLocks xmlns:a="http://schemas.openxmlformats.org/drawingml/2006/main" noGrp="1"/>
          </p:cNvSpPr>
          <p:nvPr/>
        </p:nvSpPr>
        <p:spPr>
          <a:xfrm xmlns:a="http://schemas.openxmlformats.org/drawingml/2006/main">
            <a:off x="7334250" y="2238375"/>
            <a:ext cx="142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Máy tính</a:t>
            </a:r>
          </a:p>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gửi gói tin</a:t>
            </a:r>
          </a:p>
        </p:txBody>
      </p:sp>
      <p:sp>
        <p:nvSpPr>
          <p:cNvPr id="15" name="">
            <a:extLst xmlns:a="http://schemas.openxmlformats.org/drawingml/2006/main">
              <a:ext uri="{FF2B5EF4-FFF2-40B4-BE49-F238E27FC236}">
                <a16:creationId xmlns:a16="http://schemas.microsoft.com/office/drawing/2014/main" id="{7F27B760-470C-42FB-B8C8-D8B63A0F3E57}"/>
              </a:ext>
            </a:extLst>
          </p:cNvPr>
          <p:cNvSpPr>
            <a:spLocks xmlns:a="http://schemas.openxmlformats.org/drawingml/2006/main" noGrp="1"/>
          </p:cNvSpPr>
          <p:nvPr/>
        </p:nvSpPr>
        <p:spPr>
          <a:xfrm xmlns:a="http://schemas.openxmlformats.org/drawingml/2006/main">
            <a:off x="9677400" y="2238375"/>
            <a:ext cx="142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lgn="ctr">
              <a:defRPr sz="1500" b="1">
                <a:solidFill>
                  <a:srgbClr val="FFFFFF"/>
                </a:solidFill>
                <a:latin typeface="Noto Sans"/>
                <a:ea typeface="Noto Sans"/>
                <a:cs typeface="Noto Sans"/>
              </a:defRPr>
            </a:pPr>
            <a:r>
              <a:rPr sz="1500" b="1">
                <a:solidFill>
                  <a:srgbClr val="FFFFFF"/>
                </a:solidFill>
                <a:latin typeface="Noto Sans"/>
                <a:ea typeface="Noto Sans"/>
                <a:cs typeface="Noto Sans"/>
              </a:rPr>
              <a:t>FPGA</a:t>
            </a:r>
          </a:p>
          <a:p xmlns:a="http://schemas.openxmlformats.org/drawingml/2006/main">
            <a:pPr algn="ctr">
              <a:defRPr sz="1500" b="1">
                <a:solidFill>
                  <a:srgbClr val="FFFFFF"/>
                </a:solidFill>
                <a:latin typeface="Noto Sans"/>
                <a:ea typeface="Noto Sans"/>
                <a:cs typeface="Noto Sans"/>
              </a:defRPr>
            </a:pPr>
            <a:r>
              <a:rPr sz="1500" b="1">
                <a:solidFill>
                  <a:srgbClr val="FFFFFF"/>
                </a:solidFill>
                <a:latin typeface="Noto Sans"/>
                <a:ea typeface="Noto Sans"/>
                <a:cs typeface="Noto Sans"/>
              </a:rPr>
              <a:t>chạy lõi RTL</a:t>
            </a:r>
          </a:p>
        </p:txBody>
      </p:sp>
      <p:cxnSp>
        <p:nvCxnSpPr>
          <p:cNvPr id="39" name=""/>
          <p:cNvCxnSpPr>
            <a:stCxn xmlns:a="http://schemas.openxmlformats.org/drawingml/2006/main" id="12" idx="3"/>
            <a:endCxn xmlns:a="http://schemas.openxmlformats.org/drawingml/2006/main" id="13" idx="1"/>
          </p:cNvCxnSpPr>
          <p:nvPr/>
        </p:nvCxnSpPr>
        <p:spPr>
          <a:xfrm xmlns:a="http://schemas.openxmlformats.org/drawingml/2006/main">
            <a:off x="8953500" y="2466975"/>
            <a:ext cx="533400" cy="0"/>
          </a:xfrm>
          <a:prstGeom xmlns:a="http://schemas.openxmlformats.org/drawingml/2006/main" prst="straightConnector1">
            <a:avLst/>
          </a:prstGeom>
          <a:ln xmlns:a="http://schemas.openxmlformats.org/drawingml/2006/main" w="28575">
            <a:solidFill>
              <a:srgbClr val="0F6E41"/>
            </a:solidFill>
            <a:tailEnd type="arrow" w="med" len="med"/>
          </a:ln>
        </p:spPr>
      </p:cxnSp>
      <p:sp>
        <p:nvSpPr>
          <p:cNvPr id="17" name="">
            <a:extLst xmlns:a="http://schemas.openxmlformats.org/drawingml/2006/main">
              <a:ext uri="{FF2B5EF4-FFF2-40B4-BE49-F238E27FC236}">
                <a16:creationId xmlns:a16="http://schemas.microsoft.com/office/drawing/2014/main" id="{BDA07D94-82A2-46B3-A7FF-0482375BFE68}"/>
              </a:ext>
            </a:extLst>
          </p:cNvPr>
          <p:cNvSpPr>
            <a:spLocks xmlns:a="http://schemas.openxmlformats.org/drawingml/2006/main" noGrp="1"/>
          </p:cNvSpPr>
          <p:nvPr/>
        </p:nvSpPr>
        <p:spPr>
          <a:xfrm xmlns:a="http://schemas.openxmlformats.org/drawingml/2006/main">
            <a:off x="7124700" y="3257550"/>
            <a:ext cx="421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35"/>
          </a:bodyPr>
          <a:lstStyle xmlns:a="http://schemas.openxmlformats.org/drawingml/2006/main"/>
          <a:p xmlns:a="http://schemas.openxmlformats.org/drawingml/2006/main">
            <a:pPr algn="ctr">
              <a:defRPr sz="1800" b="1">
                <a:solidFill>
                  <a:srgbClr val="056839"/>
                </a:solidFill>
                <a:latin typeface="Noto Sans"/>
                <a:ea typeface="Noto Sans"/>
                <a:cs typeface="Noto Sans"/>
              </a:defRPr>
            </a:pPr>
            <a:r>
              <a:rPr sz="1800" b="1">
                <a:solidFill>
                  <a:srgbClr val="056839"/>
                </a:solidFill>
                <a:latin typeface="Noto Sans"/>
                <a:ea typeface="Noto Sans"/>
                <a:cs typeface="Noto Sans"/>
              </a:rPr>
              <a:t>Mỗi phản hồi được so sánh theo từng trường</a:t>
            </a:r>
          </a:p>
        </p:txBody>
      </p:sp>
      <p:sp>
        <p:nvSpPr>
          <p:cNvPr id="18" name="">
            <a:extLst xmlns:a="http://schemas.openxmlformats.org/drawingml/2006/main">
              <a:ext uri="{FF2B5EF4-FFF2-40B4-BE49-F238E27FC236}">
                <a16:creationId xmlns:a16="http://schemas.microsoft.com/office/drawing/2014/main" id="{09B33E46-7F4B-42AC-9A79-0F836260E131}"/>
              </a:ext>
            </a:extLst>
          </p:cNvPr>
          <p:cNvSpPr>
            <a:spLocks xmlns:a="http://schemas.openxmlformats.org/drawingml/2006/main" noGrp="1"/>
          </p:cNvSpPr>
          <p:nvPr/>
        </p:nvSpPr>
        <p:spPr>
          <a:xfrm xmlns:a="http://schemas.openxmlformats.org/drawingml/2006/main">
            <a:off x="7200900" y="3848100"/>
            <a:ext cx="40576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425" b="0">
                <a:solidFill>
                  <a:srgbClr val="5D6B66"/>
                </a:solidFill>
                <a:latin typeface="Noto Sans"/>
                <a:ea typeface="Noto Sans"/>
                <a:cs typeface="Noto Sans"/>
              </a:defRPr>
            </a:pPr>
            <a:r>
              <a:rPr sz="1425" b="0">
                <a:solidFill>
                  <a:srgbClr val="5D6B66"/>
                </a:solidFill>
                <a:latin typeface="Noto Sans"/>
                <a:ea typeface="Noto Sans"/>
                <a:cs typeface="Noto Sans"/>
              </a:rPr>
              <a:t>PM2.5 hiệu chỉnh, độ lệch, mức cảnh báo, trạng thái và tín hiệu hợp lệ</a:t>
            </a:r>
          </a:p>
        </p:txBody>
      </p:sp>
      <p:sp>
        <p:nvSpPr>
          <p:cNvPr id="19" name="">
            <a:extLst xmlns:a="http://schemas.openxmlformats.org/drawingml/2006/main">
              <a:ext uri="{FF2B5EF4-FFF2-40B4-BE49-F238E27FC236}">
                <a16:creationId xmlns:a16="http://schemas.microsoft.com/office/drawing/2014/main" id="{7748567B-C955-4DD0-A9F6-90229B486F79}"/>
              </a:ext>
            </a:extLst>
          </p:cNvPr>
          <p:cNvSpPr>
            <a:spLocks xmlns:a="http://schemas.openxmlformats.org/drawingml/2006/main" noGrp="1"/>
          </p:cNvSpPr>
          <p:nvPr/>
        </p:nvSpPr>
        <p:spPr>
          <a:xfrm xmlns:a="http://schemas.openxmlformats.org/drawingml/2006/main">
            <a:off x="819150" y="5219700"/>
            <a:ext cx="10553700" cy="704850"/>
          </a:xfrm>
          <a:prstGeom xmlns:a="http://schemas.openxmlformats.org/drawingml/2006/main" prst="roundRect">
            <a:avLst>
              <a:gd name="adj" fmla="val 21622"/>
            </a:avLst>
          </a:prstGeom>
          <a:solidFill xmlns:a="http://schemas.openxmlformats.org/drawingml/2006/main">
            <a:srgbClr val="056839"/>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98B0698-D60D-4894-B7FA-9B2104C466A1}"/>
              </a:ext>
            </a:extLst>
          </p:cNvPr>
          <p:cNvSpPr>
            <a:spLocks xmlns:a="http://schemas.openxmlformats.org/drawingml/2006/main" noGrp="1"/>
          </p:cNvSpPr>
          <p:nvPr/>
        </p:nvSpPr>
        <p:spPr>
          <a:xfrm xmlns:a="http://schemas.openxmlformats.org/drawingml/2006/main">
            <a:off x="1162050" y="5381625"/>
            <a:ext cx="986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FFFFFF"/>
                </a:solidFill>
                <a:latin typeface="Noto Sans"/>
                <a:ea typeface="Noto Sans"/>
                <a:cs typeface="Noto Sans"/>
              </a:defRPr>
            </a:pPr>
            <a:r>
              <a:rPr sz="1650" b="1">
                <a:solidFill>
                  <a:srgbClr val="FFFFFF"/>
                </a:solidFill>
                <a:latin typeface="Noto Sans"/>
                <a:ea typeface="Noto Sans"/>
                <a:cs typeface="Noto Sans"/>
              </a:rPr>
              <a:t>IP nhỏ, phép toán xác định và kiểm chứng vật lý theo phạm vi công bố</a:t>
            </a:r>
          </a:p>
        </p:txBody>
      </p:sp>
      <p:sp>
        <p:nvSpPr>
          <p:cNvPr id="21" name="">
            <a:extLst xmlns:a="http://schemas.openxmlformats.org/drawingml/2006/main">
              <a:ext uri="{FF2B5EF4-FFF2-40B4-BE49-F238E27FC236}">
                <a16:creationId xmlns:a16="http://schemas.microsoft.com/office/drawing/2014/main" id="{AEDACCCA-C90B-465C-9FF0-5752F6C854E6}"/>
              </a:ext>
            </a:extLst>
          </p:cNvPr>
          <p:cNvSpPr>
            <a:spLocks xmlns:a="http://schemas.openxmlformats.org/drawingml/2006/main" noGrp="1"/>
          </p:cNvSpPr>
          <p:nvPr/>
        </p:nvSpPr>
        <p:spPr>
          <a:xfrm xmlns:a="http://schemas.openxmlformats.org/drawingml/2006/main">
            <a:off x="590550" y="6419850"/>
            <a:ext cx="11010900" cy="0"/>
          </a:xfrm>
          <a:prstGeom xmlns:a="http://schemas.openxmlformats.org/drawingml/2006/main" prst="line">
            <a:avLst/>
          </a:prstGeom>
          <a:noFill xmlns:a="http://schemas.openxmlformats.org/drawingml/2006/main"/>
          <a:ln xmlns:a="http://schemas.openxmlformats.org/drawingml/2006/main" w="9525">
            <a:solidFill>
              <a:srgbClr val="C8D8CF"/>
            </a:solidFill>
          </a:ln>
        </p:spPr>
      </p:sp>
      <p:sp>
        <p:nvSpPr>
          <p:cNvPr id="22" name="">
            <a:extLst xmlns:a="http://schemas.openxmlformats.org/drawingml/2006/main">
              <a:ext uri="{FF2B5EF4-FFF2-40B4-BE49-F238E27FC236}">
                <a16:creationId xmlns:a16="http://schemas.microsoft.com/office/drawing/2014/main" id="{9E6E729F-7B07-40EA-A7B5-B179EAC791C3}"/>
              </a:ext>
            </a:extLst>
          </p:cNvPr>
          <p:cNvSpPr>
            <a:spLocks xmlns:a="http://schemas.openxmlformats.org/drawingml/2006/main" noGrp="1"/>
          </p:cNvSpPr>
          <p:nvPr/>
        </p:nvSpPr>
        <p:spPr>
          <a:xfrm xmlns:a="http://schemas.openxmlformats.org/drawingml/2006/main">
            <a:off x="628650" y="6477000"/>
            <a:ext cx="638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5D6B66"/>
                </a:solidFill>
                <a:latin typeface="Noto Sans"/>
                <a:ea typeface="Noto Sans"/>
                <a:cs typeface="Noto Sans"/>
              </a:defRPr>
            </a:pPr>
            <a:r>
              <a:rPr sz="900" b="1">
                <a:solidFill>
                  <a:srgbClr val="5D6B66"/>
                </a:solidFill>
                <a:latin typeface="Noto Sans"/>
                <a:ea typeface="Noto Sans"/>
                <a:cs typeface="Noto Sans"/>
              </a:rPr>
              <a:t>CHUNG KẾT CUỘC THI THIẾT KẾ VI MẠCH UIT III</a:t>
            </a:r>
          </a:p>
        </p:txBody>
      </p:sp>
      <p:sp>
        <p:nvSpPr>
          <p:cNvPr id="23" name="">
            <a:extLst xmlns:a="http://schemas.openxmlformats.org/drawingml/2006/main">
              <a:ext uri="{FF2B5EF4-FFF2-40B4-BE49-F238E27FC236}">
                <a16:creationId xmlns:a16="http://schemas.microsoft.com/office/drawing/2014/main" id="{73E0D159-0A85-44D6-8302-E0FD79E61416}"/>
              </a:ext>
            </a:extLst>
          </p:cNvPr>
          <p:cNvSpPr>
            <a:spLocks xmlns:a="http://schemas.openxmlformats.org/drawingml/2006/main" noGrp="1"/>
          </p:cNvSpPr>
          <p:nvPr/>
        </p:nvSpPr>
        <p:spPr>
          <a:xfrm xmlns:a="http://schemas.openxmlformats.org/drawingml/2006/main">
            <a:off x="110680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5D6B66"/>
                </a:solidFill>
                <a:latin typeface="Noto Sans"/>
                <a:ea typeface="Noto Sans"/>
                <a:cs typeface="Noto Sans"/>
              </a:defRPr>
            </a:pPr>
            <a:r>
              <a:rPr sz="975" b="1">
                <a:solidFill>
                  <a:srgbClr val="5D6B66"/>
                </a:solidFill>
                <a:latin typeface="Noto Sans"/>
                <a:ea typeface="Noto Sans"/>
                <a:cs typeface="Noto Sans"/>
              </a:rPr>
              <a:t>8</a:t>
            </a:r>
          </a:p>
        </p:txBody>
      </p:sp>
    </p:spTree>
    <p:extLst>
      <p:ext uri="{BB962C8B-B14F-4D97-AF65-F5344CB8AC3E}">
        <p14:creationId xmlns:p14="http://schemas.microsoft.com/office/powerpoint/2010/main" val="209017890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B533252-BD9B-4271-9E35-A068B693076C}"/>
              </a:ext>
            </a:extLst>
          </p:cNvPr>
          <p:cNvSpPr>
            <a:spLocks xmlns:a="http://schemas.openxmlformats.org/drawingml/2006/main" noGrp="1"/>
          </p:cNvSpPr>
          <p:nvPr/>
        </p:nvSpPr>
        <p:spPr>
          <a:xfrm xmlns:a="http://schemas.openxmlformats.org/drawingml/2006/main">
            <a:off x="628650" y="32385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619"/>
          </a:bodyPr>
          <a:lstStyle xmlns:a="http://schemas.openxmlformats.org/drawingml/2006/main"/>
          <a:p xmlns:a="http://schemas.openxmlformats.org/drawingml/2006/main">
            <a:pPr>
              <a:defRPr sz="1050" b="1">
                <a:solidFill>
                  <a:srgbClr val="0F6E41"/>
                </a:solidFill>
                <a:latin typeface="Noto Sans"/>
                <a:ea typeface="Noto Sans"/>
                <a:cs typeface="Noto Sans"/>
              </a:defRPr>
            </a:pPr>
            <a:r>
              <a:rPr sz="1050" b="1">
                <a:solidFill>
                  <a:srgbClr val="0F6E41"/>
                </a:solidFill>
                <a:latin typeface="Noto Sans"/>
                <a:ea typeface="Noto Sans"/>
                <a:cs typeface="Noto Sans"/>
              </a:rPr>
              <a:t>PHỤ LỤC HỎI ĐÁP</a:t>
            </a:r>
          </a:p>
        </p:txBody>
      </p:sp>
      <p:sp>
        <p:nvSpPr>
          <p:cNvPr id="2" name="">
            <a:extLst xmlns:a="http://schemas.openxmlformats.org/drawingml/2006/main">
              <a:ext uri="{FF2B5EF4-FFF2-40B4-BE49-F238E27FC236}">
                <a16:creationId xmlns:a16="http://schemas.microsoft.com/office/drawing/2014/main" id="{471072D8-91D4-4484-9603-A538E239B9D9}"/>
              </a:ext>
            </a:extLst>
          </p:cNvPr>
          <p:cNvSpPr>
            <a:spLocks xmlns:a="http://schemas.openxmlformats.org/drawingml/2006/main" noGrp="1"/>
          </p:cNvSpPr>
          <p:nvPr/>
        </p:nvSpPr>
        <p:spPr>
          <a:xfrm xmlns:a="http://schemas.openxmlformats.org/drawingml/2006/main">
            <a:off x="628650" y="590550"/>
            <a:ext cx="1028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625" b="1">
                <a:solidFill>
                  <a:srgbClr val="17352B"/>
                </a:solidFill>
                <a:latin typeface="Noto Sans"/>
                <a:ea typeface="Noto Sans"/>
                <a:cs typeface="Noto Sans"/>
              </a:defRPr>
            </a:pPr>
            <a:r>
              <a:rPr sz="2625" b="1">
                <a:solidFill>
                  <a:srgbClr val="17352B"/>
                </a:solidFill>
                <a:latin typeface="Noto Sans"/>
                <a:ea typeface="Noto Sans"/>
                <a:cs typeface="Noto Sans"/>
              </a:rPr>
              <a:t>Quy tắc số học x16</a:t>
            </a:r>
          </a:p>
        </p:txBody>
      </p:sp>
      <p:sp>
        <p:nvSpPr>
          <p:cNvPr id="3" name="">
            <a:extLst xmlns:a="http://schemas.openxmlformats.org/drawingml/2006/main">
              <a:ext uri="{FF2B5EF4-FFF2-40B4-BE49-F238E27FC236}">
                <a16:creationId xmlns:a16="http://schemas.microsoft.com/office/drawing/2014/main" id="{7E5B393D-2884-453A-9DD8-1AB7C97CD412}"/>
              </a:ext>
            </a:extLst>
          </p:cNvPr>
          <p:cNvSpPr>
            <a:spLocks xmlns:a="http://schemas.openxmlformats.org/drawingml/2006/main" noGrp="1"/>
          </p:cNvSpPr>
          <p:nvPr/>
        </p:nvSpPr>
        <p:spPr>
          <a:xfrm xmlns:a="http://schemas.openxmlformats.org/drawingml/2006/main">
            <a:off x="628650" y="1257300"/>
            <a:ext cx="876300" cy="0"/>
          </a:xfrm>
          <a:prstGeom xmlns:a="http://schemas.openxmlformats.org/drawingml/2006/main" prst="line">
            <a:avLst/>
          </a:prstGeom>
          <a:noFill xmlns:a="http://schemas.openxmlformats.org/drawingml/2006/main"/>
          <a:ln xmlns:a="http://schemas.openxmlformats.org/drawingml/2006/main" w="47625">
            <a:solidFill>
              <a:srgbClr val="0F6E41"/>
            </a:solid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5c9c79e4f0149a3"/>
          <a:stretch xmlns:a="http://schemas.openxmlformats.org/drawingml/2006/main"/>
        </p:blipFill>
        <p:spPr>
          <a:xfrm xmlns:a="http://schemas.openxmlformats.org/drawingml/2006/main">
            <a:off x="11249025" y="228600"/>
            <a:ext cx="476250" cy="476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ECE18D3-B835-41E7-99CA-78D21436C9F8}"/>
              </a:ext>
            </a:extLst>
          </p:cNvPr>
          <p:cNvSpPr>
            <a:spLocks xmlns:a="http://schemas.openxmlformats.org/drawingml/2006/main" noGrp="1"/>
          </p:cNvSpPr>
          <p:nvPr/>
        </p:nvSpPr>
        <p:spPr>
          <a:xfrm xmlns:a="http://schemas.openxmlformats.org/drawingml/2006/main">
            <a:off x="1066800" y="167640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17352B"/>
                </a:solidFill>
                <a:latin typeface="DejaVu Sans Mono"/>
                <a:ea typeface="DejaVu Sans Mono"/>
                <a:cs typeface="DejaVu Sans Mono"/>
              </a:defRPr>
            </a:pPr>
            <a:r>
              <a:rPr sz="1800" b="1">
                <a:solidFill>
                  <a:srgbClr val="17352B"/>
                </a:solidFill>
                <a:latin typeface="DejaVu Sans Mono"/>
                <a:ea typeface="DejaVu Sans Mono"/>
                <a:cs typeface="DejaVu Sans Mono"/>
              </a:rPr>
              <a:t>residual = PA - CAMS</a:t>
            </a:r>
          </a:p>
        </p:txBody>
      </p:sp>
      <p:sp>
        <p:nvSpPr>
          <p:cNvPr id="6" name="">
            <a:extLst xmlns:a="http://schemas.openxmlformats.org/drawingml/2006/main">
              <a:ext uri="{FF2B5EF4-FFF2-40B4-BE49-F238E27FC236}">
                <a16:creationId xmlns:a16="http://schemas.microsoft.com/office/drawing/2014/main" id="{E2145AD9-0150-4B93-9BC8-C1DD95D83463}"/>
              </a:ext>
            </a:extLst>
          </p:cNvPr>
          <p:cNvSpPr>
            <a:spLocks xmlns:a="http://schemas.openxmlformats.org/drawingml/2006/main" noGrp="1"/>
          </p:cNvSpPr>
          <p:nvPr/>
        </p:nvSpPr>
        <p:spPr>
          <a:xfrm xmlns:a="http://schemas.openxmlformats.org/drawingml/2006/main">
            <a:off x="1066800" y="234315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17352B"/>
                </a:solidFill>
                <a:latin typeface="DejaVu Sans Mono"/>
                <a:ea typeface="DejaVu Sans Mono"/>
                <a:cs typeface="DejaVu Sans Mono"/>
              </a:defRPr>
            </a:pPr>
            <a:r>
              <a:rPr sz="1800" b="1">
                <a:solidFill>
                  <a:srgbClr val="17352B"/>
                </a:solidFill>
                <a:latin typeface="DejaVu Sans Mono"/>
                <a:ea typeface="DejaVu Sans Mono"/>
                <a:cs typeface="DejaVu Sans Mono"/>
              </a:rPr>
              <a:t>error = residual - bias_before</a:t>
            </a:r>
          </a:p>
        </p:txBody>
      </p:sp>
      <p:sp>
        <p:nvSpPr>
          <p:cNvPr id="7" name="">
            <a:extLst xmlns:a="http://schemas.openxmlformats.org/drawingml/2006/main">
              <a:ext uri="{FF2B5EF4-FFF2-40B4-BE49-F238E27FC236}">
                <a16:creationId xmlns:a16="http://schemas.microsoft.com/office/drawing/2014/main" id="{6F189FF3-6BA3-47E0-9065-D1DA4CADB3CE}"/>
              </a:ext>
            </a:extLst>
          </p:cNvPr>
          <p:cNvSpPr>
            <a:spLocks xmlns:a="http://schemas.openxmlformats.org/drawingml/2006/main" noGrp="1"/>
          </p:cNvSpPr>
          <p:nvPr/>
        </p:nvSpPr>
        <p:spPr>
          <a:xfrm xmlns:a="http://schemas.openxmlformats.org/drawingml/2006/main">
            <a:off x="1066800" y="300990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17352B"/>
                </a:solidFill>
                <a:latin typeface="DejaVu Sans Mono"/>
                <a:ea typeface="DejaVu Sans Mono"/>
                <a:cs typeface="DejaVu Sans Mono"/>
              </a:defRPr>
            </a:pPr>
            <a:r>
              <a:rPr sz="1800" b="1">
                <a:solidFill>
                  <a:srgbClr val="17352B"/>
                </a:solidFill>
                <a:latin typeface="DejaVu Sans Mono"/>
                <a:ea typeface="DejaVu Sans Mono"/>
                <a:cs typeface="DejaVu Sans Mono"/>
              </a:rPr>
              <a:t>delta = error &gt;&gt;&gt; ALPHA_SHIFT</a:t>
            </a:r>
          </a:p>
        </p:txBody>
      </p:sp>
      <p:sp>
        <p:nvSpPr>
          <p:cNvPr id="8" name="">
            <a:extLst xmlns:a="http://schemas.openxmlformats.org/drawingml/2006/main">
              <a:ext uri="{FF2B5EF4-FFF2-40B4-BE49-F238E27FC236}">
                <a16:creationId xmlns:a16="http://schemas.microsoft.com/office/drawing/2014/main" id="{3880B55D-BA79-4527-82AF-F2EAE2F23CA3}"/>
              </a:ext>
            </a:extLst>
          </p:cNvPr>
          <p:cNvSpPr>
            <a:spLocks xmlns:a="http://schemas.openxmlformats.org/drawingml/2006/main" noGrp="1"/>
          </p:cNvSpPr>
          <p:nvPr/>
        </p:nvSpPr>
        <p:spPr>
          <a:xfrm xmlns:a="http://schemas.openxmlformats.org/drawingml/2006/main">
            <a:off x="1066800" y="367665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a:solidFill>
                  <a:srgbClr val="17352B"/>
                </a:solidFill>
                <a:latin typeface="DejaVu Sans Mono"/>
                <a:ea typeface="DejaVu Sans Mono"/>
                <a:cs typeface="DejaVu Sans Mono"/>
              </a:defRPr>
            </a:pPr>
            <a:r>
              <a:rPr sz="1650" b="1">
                <a:solidFill>
                  <a:srgbClr val="17352B"/>
                </a:solidFill>
                <a:latin typeface="DejaVu Sans Mono"/>
                <a:ea typeface="DejaVu Sans Mono"/>
                <a:cs typeface="DejaVu Sans Mono"/>
              </a:rPr>
              <a:t>bias_after = sat(bias_before + delta) khi sample_valid và qc_ok</a:t>
            </a:r>
          </a:p>
        </p:txBody>
      </p:sp>
      <p:sp>
        <p:nvSpPr>
          <p:cNvPr id="9" name="">
            <a:extLst xmlns:a="http://schemas.openxmlformats.org/drawingml/2006/main">
              <a:ext uri="{FF2B5EF4-FFF2-40B4-BE49-F238E27FC236}">
                <a16:creationId xmlns:a16="http://schemas.microsoft.com/office/drawing/2014/main" id="{0B61107E-4393-4C57-9DCB-3A1D5636F446}"/>
              </a:ext>
            </a:extLst>
          </p:cNvPr>
          <p:cNvSpPr>
            <a:spLocks xmlns:a="http://schemas.openxmlformats.org/drawingml/2006/main" noGrp="1"/>
          </p:cNvSpPr>
          <p:nvPr/>
        </p:nvSpPr>
        <p:spPr>
          <a:xfrm xmlns:a="http://schemas.openxmlformats.org/drawingml/2006/main">
            <a:off x="1066800" y="434340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0F6E41"/>
                </a:solidFill>
                <a:latin typeface="DejaVu Sans Mono"/>
                <a:ea typeface="DejaVu Sans Mono"/>
                <a:cs typeface="DejaVu Sans Mono"/>
              </a:defRPr>
            </a:pPr>
            <a:r>
              <a:rPr sz="1800" b="1">
                <a:solidFill>
                  <a:srgbClr val="0F6E41"/>
                </a:solidFill>
                <a:latin typeface="DejaVu Sans Mono"/>
                <a:ea typeface="DejaVu Sans Mono"/>
                <a:cs typeface="DejaVu Sans Mono"/>
              </a:rPr>
              <a:t>fused = sat(CAMS + bias_before)</a:t>
            </a:r>
          </a:p>
        </p:txBody>
      </p:sp>
      <p:sp>
        <p:nvSpPr>
          <p:cNvPr id="10" name="">
            <a:extLst xmlns:a="http://schemas.openxmlformats.org/drawingml/2006/main">
              <a:ext uri="{FF2B5EF4-FFF2-40B4-BE49-F238E27FC236}">
                <a16:creationId xmlns:a16="http://schemas.microsoft.com/office/drawing/2014/main" id="{83D3941F-D681-4F0A-96D8-E9EFE4FC4908}"/>
              </a:ext>
            </a:extLst>
          </p:cNvPr>
          <p:cNvSpPr>
            <a:spLocks xmlns:a="http://schemas.openxmlformats.org/drawingml/2006/main" noGrp="1"/>
          </p:cNvSpPr>
          <p:nvPr/>
        </p:nvSpPr>
        <p:spPr>
          <a:xfrm xmlns:a="http://schemas.openxmlformats.org/drawingml/2006/main">
            <a:off x="1257300" y="5391150"/>
            <a:ext cx="9677400" cy="590550"/>
          </a:xfrm>
          <a:prstGeom xmlns:a="http://schemas.openxmlformats.org/drawingml/2006/main" prst="roundRect">
            <a:avLst>
              <a:gd name="adj" fmla="val 22581"/>
            </a:avLst>
          </a:prstGeom>
          <a:solidFill xmlns:a="http://schemas.openxmlformats.org/drawingml/2006/main">
            <a:srgbClr val="EAF5E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4B9F3D4-93FC-4C63-AB1C-270AAC500EDB}"/>
              </a:ext>
            </a:extLst>
          </p:cNvPr>
          <p:cNvSpPr>
            <a:spLocks xmlns:a="http://schemas.openxmlformats.org/drawingml/2006/main" noGrp="1"/>
          </p:cNvSpPr>
          <p:nvPr/>
        </p:nvSpPr>
        <p:spPr>
          <a:xfrm xmlns:a="http://schemas.openxmlformats.org/drawingml/2006/main">
            <a:off x="1485900" y="5524500"/>
            <a:ext cx="9220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056839"/>
                </a:solidFill>
                <a:latin typeface="Noto Sans"/>
                <a:ea typeface="Noto Sans"/>
                <a:cs typeface="Noto Sans"/>
              </a:defRPr>
            </a:pPr>
            <a:r>
              <a:rPr sz="1650" b="1">
                <a:solidFill>
                  <a:srgbClr val="056839"/>
                </a:solidFill>
                <a:latin typeface="Noto Sans"/>
                <a:ea typeface="Noto Sans"/>
                <a:cs typeface="Noto Sans"/>
              </a:rPr>
              <a:t>sample_valid = 1 và qc_ok = 0 vẫn tạo fused và giữ nguyên bias</a:t>
            </a:r>
          </a:p>
        </p:txBody>
      </p:sp>
      <p:sp>
        <p:nvSpPr>
          <p:cNvPr id="12" name="">
            <a:extLst xmlns:a="http://schemas.openxmlformats.org/drawingml/2006/main">
              <a:ext uri="{FF2B5EF4-FFF2-40B4-BE49-F238E27FC236}">
                <a16:creationId xmlns:a16="http://schemas.microsoft.com/office/drawing/2014/main" id="{462705A1-A151-40BD-A86A-7D195795240A}"/>
              </a:ext>
            </a:extLst>
          </p:cNvPr>
          <p:cNvSpPr>
            <a:spLocks xmlns:a="http://schemas.openxmlformats.org/drawingml/2006/main" noGrp="1"/>
          </p:cNvSpPr>
          <p:nvPr/>
        </p:nvSpPr>
        <p:spPr>
          <a:xfrm xmlns:a="http://schemas.openxmlformats.org/drawingml/2006/main">
            <a:off x="590550" y="6419850"/>
            <a:ext cx="11010900" cy="0"/>
          </a:xfrm>
          <a:prstGeom xmlns:a="http://schemas.openxmlformats.org/drawingml/2006/main" prst="line">
            <a:avLst/>
          </a:prstGeom>
          <a:noFill xmlns:a="http://schemas.openxmlformats.org/drawingml/2006/main"/>
          <a:ln xmlns:a="http://schemas.openxmlformats.org/drawingml/2006/main" w="9525">
            <a:solidFill>
              <a:srgbClr val="C8D8CF"/>
            </a:solidFill>
          </a:ln>
        </p:spPr>
      </p:sp>
      <p:sp>
        <p:nvSpPr>
          <p:cNvPr id="13" name="">
            <a:extLst xmlns:a="http://schemas.openxmlformats.org/drawingml/2006/main">
              <a:ext uri="{FF2B5EF4-FFF2-40B4-BE49-F238E27FC236}">
                <a16:creationId xmlns:a16="http://schemas.microsoft.com/office/drawing/2014/main" id="{4EE8F08E-8034-4472-B184-78DA4DF53C03}"/>
              </a:ext>
            </a:extLst>
          </p:cNvPr>
          <p:cNvSpPr>
            <a:spLocks xmlns:a="http://schemas.openxmlformats.org/drawingml/2006/main" noGrp="1"/>
          </p:cNvSpPr>
          <p:nvPr/>
        </p:nvSpPr>
        <p:spPr>
          <a:xfrm xmlns:a="http://schemas.openxmlformats.org/drawingml/2006/main">
            <a:off x="628650" y="6477000"/>
            <a:ext cx="638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5D6B66"/>
                </a:solidFill>
                <a:latin typeface="Noto Sans"/>
                <a:ea typeface="Noto Sans"/>
                <a:cs typeface="Noto Sans"/>
              </a:defRPr>
            </a:pPr>
            <a:r>
              <a:rPr sz="900" b="1">
                <a:solidFill>
                  <a:srgbClr val="5D6B66"/>
                </a:solidFill>
                <a:latin typeface="Noto Sans"/>
                <a:ea typeface="Noto Sans"/>
                <a:cs typeface="Noto Sans"/>
              </a:rPr>
              <a:t>PHỤ LỤC HỎI ĐÁP</a:t>
            </a:r>
          </a:p>
        </p:txBody>
      </p:sp>
      <p:sp>
        <p:nvSpPr>
          <p:cNvPr id="14" name="">
            <a:extLst xmlns:a="http://schemas.openxmlformats.org/drawingml/2006/main">
              <a:ext uri="{FF2B5EF4-FFF2-40B4-BE49-F238E27FC236}">
                <a16:creationId xmlns:a16="http://schemas.microsoft.com/office/drawing/2014/main" id="{61EA7FDB-247A-4875-8622-7CF2E14EF43A}"/>
              </a:ext>
            </a:extLst>
          </p:cNvPr>
          <p:cNvSpPr>
            <a:spLocks xmlns:a="http://schemas.openxmlformats.org/drawingml/2006/main" noGrp="1"/>
          </p:cNvSpPr>
          <p:nvPr/>
        </p:nvSpPr>
        <p:spPr>
          <a:xfrm xmlns:a="http://schemas.openxmlformats.org/drawingml/2006/main">
            <a:off x="110680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5D6B66"/>
                </a:solidFill>
                <a:latin typeface="Noto Sans"/>
                <a:ea typeface="Noto Sans"/>
                <a:cs typeface="Noto Sans"/>
              </a:defRPr>
            </a:pPr>
            <a:r>
              <a:rPr sz="975" b="1">
                <a:solidFill>
                  <a:srgbClr val="5D6B66"/>
                </a:solidFill>
                <a:latin typeface="Noto Sans"/>
                <a:ea typeface="Noto Sans"/>
                <a:cs typeface="Noto Sans"/>
              </a:rPr>
              <a:t>9</a:t>
            </a:r>
          </a:p>
        </p:txBody>
      </p:sp>
    </p:spTree>
    <p:extLst>
      <p:ext uri="{BB962C8B-B14F-4D97-AF65-F5344CB8AC3E}">
        <p14:creationId xmlns:p14="http://schemas.microsoft.com/office/powerpoint/2010/main" val="161720987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A2107CBA-6082-43B3-BC04-719975B3C6DA}"/>
              </a:ext>
            </a:extLst>
          </p:cNvPr>
          <p:cNvSpPr>
            <a:spLocks xmlns:a="http://schemas.openxmlformats.org/drawingml/2006/main" noGrp="1"/>
          </p:cNvSpPr>
          <p:nvPr/>
        </p:nvSpPr>
        <p:spPr>
          <a:xfrm xmlns:a="http://schemas.openxmlformats.org/drawingml/2006/main">
            <a:off x="628650" y="32385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619"/>
          </a:bodyPr>
          <a:lstStyle xmlns:a="http://schemas.openxmlformats.org/drawingml/2006/main"/>
          <a:p xmlns:a="http://schemas.openxmlformats.org/drawingml/2006/main">
            <a:pPr>
              <a:defRPr sz="1050" b="1">
                <a:solidFill>
                  <a:srgbClr val="0F6E41"/>
                </a:solidFill>
                <a:latin typeface="Noto Sans"/>
                <a:ea typeface="Noto Sans"/>
                <a:cs typeface="Noto Sans"/>
              </a:defRPr>
            </a:pPr>
            <a:r>
              <a:rPr sz="1050" b="1">
                <a:solidFill>
                  <a:srgbClr val="0F6E41"/>
                </a:solidFill>
                <a:latin typeface="Noto Sans"/>
                <a:ea typeface="Noto Sans"/>
                <a:cs typeface="Noto Sans"/>
              </a:rPr>
              <a:t>PHỤ LỤC HỎI ĐÁP</a:t>
            </a:r>
          </a:p>
        </p:txBody>
      </p:sp>
      <p:sp>
        <p:nvSpPr>
          <p:cNvPr id="2" name="">
            <a:extLst xmlns:a="http://schemas.openxmlformats.org/drawingml/2006/main">
              <a:ext uri="{FF2B5EF4-FFF2-40B4-BE49-F238E27FC236}">
                <a16:creationId xmlns:a16="http://schemas.microsoft.com/office/drawing/2014/main" id="{78ECE4AB-B4B8-4347-96D7-B76D73B408D3}"/>
              </a:ext>
            </a:extLst>
          </p:cNvPr>
          <p:cNvSpPr>
            <a:spLocks xmlns:a="http://schemas.openxmlformats.org/drawingml/2006/main" noGrp="1"/>
          </p:cNvSpPr>
          <p:nvPr/>
        </p:nvSpPr>
        <p:spPr>
          <a:xfrm xmlns:a="http://schemas.openxmlformats.org/drawingml/2006/main">
            <a:off x="628650" y="590550"/>
            <a:ext cx="1028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625" b="1">
                <a:solidFill>
                  <a:srgbClr val="17352B"/>
                </a:solidFill>
                <a:latin typeface="Noto Sans"/>
                <a:ea typeface="Noto Sans"/>
                <a:cs typeface="Noto Sans"/>
              </a:defRPr>
            </a:pPr>
            <a:r>
              <a:rPr sz="2625" b="1">
                <a:solidFill>
                  <a:srgbClr val="17352B"/>
                </a:solidFill>
                <a:latin typeface="Noto Sans"/>
                <a:ea typeface="Noto Sans"/>
                <a:cs typeface="Noto Sans"/>
              </a:rPr>
              <a:t>Giao thức UART với cơ chế chờ phản hồi</a:t>
            </a:r>
          </a:p>
        </p:txBody>
      </p:sp>
      <p:sp>
        <p:nvSpPr>
          <p:cNvPr id="3" name="">
            <a:extLst xmlns:a="http://schemas.openxmlformats.org/drawingml/2006/main">
              <a:ext uri="{FF2B5EF4-FFF2-40B4-BE49-F238E27FC236}">
                <a16:creationId xmlns:a16="http://schemas.microsoft.com/office/drawing/2014/main" id="{936134E2-E56D-4914-AB7A-B921AEEA0548}"/>
              </a:ext>
            </a:extLst>
          </p:cNvPr>
          <p:cNvSpPr>
            <a:spLocks xmlns:a="http://schemas.openxmlformats.org/drawingml/2006/main" noGrp="1"/>
          </p:cNvSpPr>
          <p:nvPr/>
        </p:nvSpPr>
        <p:spPr>
          <a:xfrm xmlns:a="http://schemas.openxmlformats.org/drawingml/2006/main">
            <a:off x="628650" y="1257300"/>
            <a:ext cx="876300" cy="0"/>
          </a:xfrm>
          <a:prstGeom xmlns:a="http://schemas.openxmlformats.org/drawingml/2006/main" prst="line">
            <a:avLst/>
          </a:prstGeom>
          <a:noFill xmlns:a="http://schemas.openxmlformats.org/drawingml/2006/main"/>
          <a:ln xmlns:a="http://schemas.openxmlformats.org/drawingml/2006/main" w="47625">
            <a:solidFill>
              <a:srgbClr val="0F6E41"/>
            </a:solidFill>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2bd2193a42e74f87"/>
          <a:stretch xmlns:a="http://schemas.openxmlformats.org/drawingml/2006/main"/>
        </p:blipFill>
        <p:spPr>
          <a:xfrm xmlns:a="http://schemas.openxmlformats.org/drawingml/2006/main">
            <a:off x="11249025" y="228600"/>
            <a:ext cx="476250" cy="476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A14B2A5-EDD1-4FB5-9E9B-53C7D959460F}"/>
              </a:ext>
            </a:extLst>
          </p:cNvPr>
          <p:cNvSpPr>
            <a:spLocks xmlns:a="http://schemas.openxmlformats.org/drawingml/2006/main" noGrp="1"/>
          </p:cNvSpPr>
          <p:nvPr/>
        </p:nvSpPr>
        <p:spPr>
          <a:xfrm xmlns:a="http://schemas.openxmlformats.org/drawingml/2006/main">
            <a:off x="723900" y="165735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defRPr sz="1800" b="1">
                <a:solidFill>
                  <a:srgbClr val="056839"/>
                </a:solidFill>
                <a:latin typeface="Noto Sans"/>
                <a:ea typeface="Noto Sans"/>
                <a:cs typeface="Noto Sans"/>
              </a:defRPr>
            </a:pPr>
            <a:r>
              <a:rPr sz="1800" b="1">
                <a:solidFill>
                  <a:srgbClr val="056839"/>
                </a:solidFill>
                <a:latin typeface="Noto Sans"/>
                <a:ea typeface="Noto Sans"/>
                <a:cs typeface="Noto Sans"/>
              </a:rPr>
              <a:t>Máy tính gửi đến FPGA</a:t>
            </a:r>
          </a:p>
        </p:txBody>
      </p:sp>
      <p:sp>
        <p:nvSpPr>
          <p:cNvPr id="6" name="">
            <a:extLst xmlns:a="http://schemas.openxmlformats.org/drawingml/2006/main">
              <a:ext uri="{FF2B5EF4-FFF2-40B4-BE49-F238E27FC236}">
                <a16:creationId xmlns:a16="http://schemas.microsoft.com/office/drawing/2014/main" id="{51C054D6-3AE5-4DDA-A1EF-761326F1B03D}"/>
              </a:ext>
            </a:extLst>
          </p:cNvPr>
          <p:cNvSpPr>
            <a:spLocks xmlns:a="http://schemas.openxmlformats.org/drawingml/2006/main" noGrp="1"/>
          </p:cNvSpPr>
          <p:nvPr/>
        </p:nvSpPr>
        <p:spPr>
          <a:xfrm xmlns:a="http://schemas.openxmlformats.org/drawingml/2006/main">
            <a:off x="723900" y="2209800"/>
            <a:ext cx="914400" cy="685800"/>
          </a:xfrm>
          <a:prstGeom xmlns:a="http://schemas.openxmlformats.org/drawingml/2006/main" prst="rect">
            <a:avLst/>
          </a:prstGeom>
          <a:solidFill xmlns:a="http://schemas.openxmlformats.org/drawingml/2006/main">
            <a:srgbClr val="0F6E41"/>
          </a:solidFill>
          <a:ln xmlns:a="http://schemas.openxmlformats.org/drawingml/2006/main" w="9525">
            <a:solidFill>
              <a:srgbClr val="FFFFFF"/>
            </a:solidFill>
          </a:ln>
        </p:spPr>
      </p:sp>
      <p:sp>
        <p:nvSpPr>
          <p:cNvPr id="7" name="">
            <a:extLst xmlns:a="http://schemas.openxmlformats.org/drawingml/2006/main">
              <a:ext uri="{FF2B5EF4-FFF2-40B4-BE49-F238E27FC236}">
                <a16:creationId xmlns:a16="http://schemas.microsoft.com/office/drawing/2014/main" id="{82BDAA54-A354-496A-9B85-2EFE774081AF}"/>
              </a:ext>
            </a:extLst>
          </p:cNvPr>
          <p:cNvSpPr>
            <a:spLocks xmlns:a="http://schemas.openxmlformats.org/drawingml/2006/main" noGrp="1"/>
          </p:cNvSpPr>
          <p:nvPr/>
        </p:nvSpPr>
        <p:spPr>
          <a:xfrm xmlns:a="http://schemas.openxmlformats.org/drawingml/2006/main">
            <a:off x="762000" y="2381250"/>
            <a:ext cx="838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1">
                <a:solidFill>
                  <a:srgbClr val="FFFFFF"/>
                </a:solidFill>
                <a:latin typeface="DejaVu Sans Mono"/>
                <a:ea typeface="DejaVu Sans Mono"/>
                <a:cs typeface="DejaVu Sans Mono"/>
              </a:defRPr>
            </a:pPr>
            <a:r>
              <a:rPr sz="1200" b="1">
                <a:solidFill>
                  <a:srgbClr val="FFFFFF"/>
                </a:solidFill>
                <a:latin typeface="DejaVu Sans Mono"/>
                <a:ea typeface="DejaVu Sans Mono"/>
                <a:cs typeface="DejaVu Sans Mono"/>
              </a:rPr>
              <a:t>SYNC</a:t>
            </a:r>
          </a:p>
        </p:txBody>
      </p:sp>
      <p:sp>
        <p:nvSpPr>
          <p:cNvPr id="8" name="">
            <a:extLst xmlns:a="http://schemas.openxmlformats.org/drawingml/2006/main">
              <a:ext uri="{FF2B5EF4-FFF2-40B4-BE49-F238E27FC236}">
                <a16:creationId xmlns:a16="http://schemas.microsoft.com/office/drawing/2014/main" id="{8D4D53A3-41AB-4429-AAAD-AA8EB12C3957}"/>
              </a:ext>
            </a:extLst>
          </p:cNvPr>
          <p:cNvSpPr>
            <a:spLocks xmlns:a="http://schemas.openxmlformats.org/drawingml/2006/main" noGrp="1"/>
          </p:cNvSpPr>
          <p:nvPr/>
        </p:nvSpPr>
        <p:spPr>
          <a:xfrm xmlns:a="http://schemas.openxmlformats.org/drawingml/2006/main">
            <a:off x="1638300" y="2209800"/>
            <a:ext cx="1104900" cy="685800"/>
          </a:xfrm>
          <a:prstGeom xmlns:a="http://schemas.openxmlformats.org/drawingml/2006/main" prst="rect">
            <a:avLst/>
          </a:prstGeom>
          <a:solidFill xmlns:a="http://schemas.openxmlformats.org/drawingml/2006/main">
            <a:srgbClr val="EAF5EF"/>
          </a:solidFill>
          <a:ln xmlns:a="http://schemas.openxmlformats.org/drawingml/2006/main" w="9525">
            <a:solidFill>
              <a:srgbClr val="FFFFFF"/>
            </a:solidFill>
          </a:ln>
        </p:spPr>
      </p:sp>
      <p:sp>
        <p:nvSpPr>
          <p:cNvPr id="9" name="">
            <a:extLst xmlns:a="http://schemas.openxmlformats.org/drawingml/2006/main">
              <a:ext uri="{FF2B5EF4-FFF2-40B4-BE49-F238E27FC236}">
                <a16:creationId xmlns:a16="http://schemas.microsoft.com/office/drawing/2014/main" id="{CF93CB64-7963-43B7-8F41-3FBBAE9D36A6}"/>
              </a:ext>
            </a:extLst>
          </p:cNvPr>
          <p:cNvSpPr>
            <a:spLocks xmlns:a="http://schemas.openxmlformats.org/drawingml/2006/main" noGrp="1"/>
          </p:cNvSpPr>
          <p:nvPr/>
        </p:nvSpPr>
        <p:spPr>
          <a:xfrm xmlns:a="http://schemas.openxmlformats.org/drawingml/2006/main">
            <a:off x="1676400" y="2381250"/>
            <a:ext cx="1028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1">
                <a:solidFill>
                  <a:srgbClr val="17352B"/>
                </a:solidFill>
                <a:latin typeface="DejaVu Sans Mono"/>
                <a:ea typeface="DejaVu Sans Mono"/>
                <a:cs typeface="DejaVu Sans Mono"/>
              </a:defRPr>
            </a:pPr>
            <a:r>
              <a:rPr sz="1200" b="1">
                <a:solidFill>
                  <a:srgbClr val="17352B"/>
                </a:solidFill>
                <a:latin typeface="DejaVu Sans Mono"/>
                <a:ea typeface="DejaVu Sans Mono"/>
                <a:cs typeface="DejaVu Sans Mono"/>
              </a:rPr>
              <a:t>FLAGS</a:t>
            </a:r>
          </a:p>
        </p:txBody>
      </p:sp>
      <p:sp>
        <p:nvSpPr>
          <p:cNvPr id="10" name="">
            <a:extLst xmlns:a="http://schemas.openxmlformats.org/drawingml/2006/main">
              <a:ext uri="{FF2B5EF4-FFF2-40B4-BE49-F238E27FC236}">
                <a16:creationId xmlns:a16="http://schemas.microsoft.com/office/drawing/2014/main" id="{5D2326FE-5F4A-4927-85E5-F35A4C2C6C59}"/>
              </a:ext>
            </a:extLst>
          </p:cNvPr>
          <p:cNvSpPr>
            <a:spLocks xmlns:a="http://schemas.openxmlformats.org/drawingml/2006/main" noGrp="1"/>
          </p:cNvSpPr>
          <p:nvPr/>
        </p:nvSpPr>
        <p:spPr>
          <a:xfrm xmlns:a="http://schemas.openxmlformats.org/drawingml/2006/main">
            <a:off x="2743200" y="2209800"/>
            <a:ext cx="1047750" cy="685800"/>
          </a:xfrm>
          <a:prstGeom xmlns:a="http://schemas.openxmlformats.org/drawingml/2006/main" prst="rect">
            <a:avLst/>
          </a:prstGeom>
          <a:solidFill xmlns:a="http://schemas.openxmlformats.org/drawingml/2006/main">
            <a:srgbClr val="EAF5EF"/>
          </a:solidFill>
          <a:ln xmlns:a="http://schemas.openxmlformats.org/drawingml/2006/main" w="9525">
            <a:solidFill>
              <a:srgbClr val="FFFFFF"/>
            </a:solidFill>
          </a:ln>
        </p:spPr>
      </p:sp>
      <p:sp>
        <p:nvSpPr>
          <p:cNvPr id="11" name="">
            <a:extLst xmlns:a="http://schemas.openxmlformats.org/drawingml/2006/main">
              <a:ext uri="{FF2B5EF4-FFF2-40B4-BE49-F238E27FC236}">
                <a16:creationId xmlns:a16="http://schemas.microsoft.com/office/drawing/2014/main" id="{FE91484A-D19B-47C0-94B1-679A78613D5F}"/>
              </a:ext>
            </a:extLst>
          </p:cNvPr>
          <p:cNvSpPr>
            <a:spLocks xmlns:a="http://schemas.openxmlformats.org/drawingml/2006/main" noGrp="1"/>
          </p:cNvSpPr>
          <p:nvPr/>
        </p:nvSpPr>
        <p:spPr>
          <a:xfrm xmlns:a="http://schemas.openxmlformats.org/drawingml/2006/main">
            <a:off x="2781300" y="2381250"/>
            <a:ext cx="971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1">
                <a:solidFill>
                  <a:srgbClr val="17352B"/>
                </a:solidFill>
                <a:latin typeface="DejaVu Sans Mono"/>
                <a:ea typeface="DejaVu Sans Mono"/>
                <a:cs typeface="DejaVu Sans Mono"/>
              </a:defRPr>
            </a:pPr>
            <a:r>
              <a:rPr sz="1200" b="1">
                <a:solidFill>
                  <a:srgbClr val="17352B"/>
                </a:solidFill>
                <a:latin typeface="DejaVu Sans Mono"/>
                <a:ea typeface="DejaVu Sans Mono"/>
                <a:cs typeface="DejaVu Sans Mono"/>
              </a:rPr>
              <a:t>HOUR</a:t>
            </a:r>
          </a:p>
        </p:txBody>
      </p:sp>
      <p:sp>
        <p:nvSpPr>
          <p:cNvPr id="12" name="">
            <a:extLst xmlns:a="http://schemas.openxmlformats.org/drawingml/2006/main">
              <a:ext uri="{FF2B5EF4-FFF2-40B4-BE49-F238E27FC236}">
                <a16:creationId xmlns:a16="http://schemas.microsoft.com/office/drawing/2014/main" id="{A26FE577-036A-40F3-A860-C5B2571AA023}"/>
              </a:ext>
            </a:extLst>
          </p:cNvPr>
          <p:cNvSpPr>
            <a:spLocks xmlns:a="http://schemas.openxmlformats.org/drawingml/2006/main" noGrp="1"/>
          </p:cNvSpPr>
          <p:nvPr/>
        </p:nvSpPr>
        <p:spPr>
          <a:xfrm xmlns:a="http://schemas.openxmlformats.org/drawingml/2006/main">
            <a:off x="3790950" y="2209800"/>
            <a:ext cx="1676400" cy="685800"/>
          </a:xfrm>
          <a:prstGeom xmlns:a="http://schemas.openxmlformats.org/drawingml/2006/main" prst="rect">
            <a:avLst/>
          </a:prstGeom>
          <a:solidFill xmlns:a="http://schemas.openxmlformats.org/drawingml/2006/main">
            <a:srgbClr val="EAF5EF"/>
          </a:solidFill>
          <a:ln xmlns:a="http://schemas.openxmlformats.org/drawingml/2006/main" w="9525">
            <a:solidFill>
              <a:srgbClr val="FFFFFF"/>
            </a:solidFill>
          </a:ln>
        </p:spPr>
      </p:sp>
      <p:sp>
        <p:nvSpPr>
          <p:cNvPr id="13" name="">
            <a:extLst xmlns:a="http://schemas.openxmlformats.org/drawingml/2006/main">
              <a:ext uri="{FF2B5EF4-FFF2-40B4-BE49-F238E27FC236}">
                <a16:creationId xmlns:a16="http://schemas.microsoft.com/office/drawing/2014/main" id="{FD604684-EF54-4C66-8BF7-CC39172D1EF0}"/>
              </a:ext>
            </a:extLst>
          </p:cNvPr>
          <p:cNvSpPr>
            <a:spLocks xmlns:a="http://schemas.openxmlformats.org/drawingml/2006/main" noGrp="1"/>
          </p:cNvSpPr>
          <p:nvPr/>
        </p:nvSpPr>
        <p:spPr>
          <a:xfrm xmlns:a="http://schemas.openxmlformats.org/drawingml/2006/main">
            <a:off x="3829050" y="238125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1">
                <a:solidFill>
                  <a:srgbClr val="17352B"/>
                </a:solidFill>
                <a:latin typeface="DejaVu Sans Mono"/>
                <a:ea typeface="DejaVu Sans Mono"/>
                <a:cs typeface="DejaVu Sans Mono"/>
              </a:defRPr>
            </a:pPr>
            <a:r>
              <a:rPr sz="1200" b="1">
                <a:solidFill>
                  <a:srgbClr val="17352B"/>
                </a:solidFill>
                <a:latin typeface="DejaVu Sans Mono"/>
                <a:ea typeface="DejaVu Sans Mono"/>
                <a:cs typeface="DejaVu Sans Mono"/>
              </a:rPr>
              <a:t>CAMS x16</a:t>
            </a:r>
          </a:p>
        </p:txBody>
      </p:sp>
      <p:sp>
        <p:nvSpPr>
          <p:cNvPr id="14" name="">
            <a:extLst xmlns:a="http://schemas.openxmlformats.org/drawingml/2006/main">
              <a:ext uri="{FF2B5EF4-FFF2-40B4-BE49-F238E27FC236}">
                <a16:creationId xmlns:a16="http://schemas.microsoft.com/office/drawing/2014/main" id="{0BA38E06-FFD9-469C-932D-52A7E37627E0}"/>
              </a:ext>
            </a:extLst>
          </p:cNvPr>
          <p:cNvSpPr>
            <a:spLocks xmlns:a="http://schemas.openxmlformats.org/drawingml/2006/main" noGrp="1"/>
          </p:cNvSpPr>
          <p:nvPr/>
        </p:nvSpPr>
        <p:spPr>
          <a:xfrm xmlns:a="http://schemas.openxmlformats.org/drawingml/2006/main">
            <a:off x="5467350" y="2209800"/>
            <a:ext cx="1676400" cy="685800"/>
          </a:xfrm>
          <a:prstGeom xmlns:a="http://schemas.openxmlformats.org/drawingml/2006/main" prst="rect">
            <a:avLst/>
          </a:prstGeom>
          <a:solidFill xmlns:a="http://schemas.openxmlformats.org/drawingml/2006/main">
            <a:srgbClr val="EAF5EF"/>
          </a:solidFill>
          <a:ln xmlns:a="http://schemas.openxmlformats.org/drawingml/2006/main" w="9525">
            <a:solidFill>
              <a:srgbClr val="FFFFFF"/>
            </a:solidFill>
          </a:ln>
        </p:spPr>
      </p:sp>
      <p:sp>
        <p:nvSpPr>
          <p:cNvPr id="15" name="">
            <a:extLst xmlns:a="http://schemas.openxmlformats.org/drawingml/2006/main">
              <a:ext uri="{FF2B5EF4-FFF2-40B4-BE49-F238E27FC236}">
                <a16:creationId xmlns:a16="http://schemas.microsoft.com/office/drawing/2014/main" id="{5AD998A9-AC0D-432A-B2A8-74B018A2781A}"/>
              </a:ext>
            </a:extLst>
          </p:cNvPr>
          <p:cNvSpPr>
            <a:spLocks xmlns:a="http://schemas.openxmlformats.org/drawingml/2006/main" noGrp="1"/>
          </p:cNvSpPr>
          <p:nvPr/>
        </p:nvSpPr>
        <p:spPr>
          <a:xfrm xmlns:a="http://schemas.openxmlformats.org/drawingml/2006/main">
            <a:off x="5505450" y="238125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1">
                <a:solidFill>
                  <a:srgbClr val="17352B"/>
                </a:solidFill>
                <a:latin typeface="DejaVu Sans Mono"/>
                <a:ea typeface="DejaVu Sans Mono"/>
                <a:cs typeface="DejaVu Sans Mono"/>
              </a:defRPr>
            </a:pPr>
            <a:r>
              <a:rPr sz="1200" b="1">
                <a:solidFill>
                  <a:srgbClr val="17352B"/>
                </a:solidFill>
                <a:latin typeface="DejaVu Sans Mono"/>
                <a:ea typeface="DejaVu Sans Mono"/>
                <a:cs typeface="DejaVu Sans Mono"/>
              </a:rPr>
              <a:t>PA x16</a:t>
            </a:r>
          </a:p>
        </p:txBody>
      </p:sp>
      <p:sp>
        <p:nvSpPr>
          <p:cNvPr id="16" name="">
            <a:extLst xmlns:a="http://schemas.openxmlformats.org/drawingml/2006/main">
              <a:ext uri="{FF2B5EF4-FFF2-40B4-BE49-F238E27FC236}">
                <a16:creationId xmlns:a16="http://schemas.microsoft.com/office/drawing/2014/main" id="{A4836175-24E5-46DC-8544-5A48D4825956}"/>
              </a:ext>
            </a:extLst>
          </p:cNvPr>
          <p:cNvSpPr>
            <a:spLocks xmlns:a="http://schemas.openxmlformats.org/drawingml/2006/main" noGrp="1"/>
          </p:cNvSpPr>
          <p:nvPr/>
        </p:nvSpPr>
        <p:spPr>
          <a:xfrm xmlns:a="http://schemas.openxmlformats.org/drawingml/2006/main">
            <a:off x="7143750" y="2209800"/>
            <a:ext cx="914400" cy="685800"/>
          </a:xfrm>
          <a:prstGeom xmlns:a="http://schemas.openxmlformats.org/drawingml/2006/main" prst="rect">
            <a:avLst/>
          </a:prstGeom>
          <a:solidFill xmlns:a="http://schemas.openxmlformats.org/drawingml/2006/main">
            <a:srgbClr val="EAF5EF"/>
          </a:solidFill>
          <a:ln xmlns:a="http://schemas.openxmlformats.org/drawingml/2006/main" w="9525">
            <a:solidFill>
              <a:srgbClr val="FFFFFF"/>
            </a:solidFill>
          </a:ln>
        </p:spPr>
      </p:sp>
      <p:sp>
        <p:nvSpPr>
          <p:cNvPr id="17" name="">
            <a:extLst xmlns:a="http://schemas.openxmlformats.org/drawingml/2006/main">
              <a:ext uri="{FF2B5EF4-FFF2-40B4-BE49-F238E27FC236}">
                <a16:creationId xmlns:a16="http://schemas.microsoft.com/office/drawing/2014/main" id="{F494466A-E648-4173-BAF1-ECFE46FEEC5E}"/>
              </a:ext>
            </a:extLst>
          </p:cNvPr>
          <p:cNvSpPr>
            <a:spLocks xmlns:a="http://schemas.openxmlformats.org/drawingml/2006/main" noGrp="1"/>
          </p:cNvSpPr>
          <p:nvPr/>
        </p:nvSpPr>
        <p:spPr>
          <a:xfrm xmlns:a="http://schemas.openxmlformats.org/drawingml/2006/main">
            <a:off x="7181850" y="2381250"/>
            <a:ext cx="838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1">
                <a:solidFill>
                  <a:srgbClr val="17352B"/>
                </a:solidFill>
                <a:latin typeface="DejaVu Sans Mono"/>
                <a:ea typeface="DejaVu Sans Mono"/>
                <a:cs typeface="DejaVu Sans Mono"/>
              </a:defRPr>
            </a:pPr>
            <a:r>
              <a:rPr sz="1200" b="1">
                <a:solidFill>
                  <a:srgbClr val="17352B"/>
                </a:solidFill>
                <a:latin typeface="DejaVu Sans Mono"/>
                <a:ea typeface="DejaVu Sans Mono"/>
                <a:cs typeface="DejaVu Sans Mono"/>
              </a:rPr>
              <a:t>CHK</a:t>
            </a:r>
          </a:p>
        </p:txBody>
      </p:sp>
      <p:sp>
        <p:nvSpPr>
          <p:cNvPr id="18" name="">
            <a:extLst xmlns:a="http://schemas.openxmlformats.org/drawingml/2006/main">
              <a:ext uri="{FF2B5EF4-FFF2-40B4-BE49-F238E27FC236}">
                <a16:creationId xmlns:a16="http://schemas.microsoft.com/office/drawing/2014/main" id="{819CEA99-CD79-4742-96CA-371E2806EB6C}"/>
              </a:ext>
            </a:extLst>
          </p:cNvPr>
          <p:cNvSpPr>
            <a:spLocks xmlns:a="http://schemas.openxmlformats.org/drawingml/2006/main" noGrp="1"/>
          </p:cNvSpPr>
          <p:nvPr/>
        </p:nvSpPr>
        <p:spPr>
          <a:xfrm xmlns:a="http://schemas.openxmlformats.org/drawingml/2006/main">
            <a:off x="10001250" y="2371725"/>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889"/>
          </a:bodyPr>
          <a:lstStyle xmlns:a="http://schemas.openxmlformats.org/drawingml/2006/main"/>
          <a:p xmlns:a="http://schemas.openxmlformats.org/drawingml/2006/main">
            <a:pPr algn="r">
              <a:defRPr sz="1575" b="1">
                <a:solidFill>
                  <a:srgbClr val="5D6B66"/>
                </a:solidFill>
                <a:latin typeface="Noto Sans"/>
                <a:ea typeface="Noto Sans"/>
                <a:cs typeface="Noto Sans"/>
              </a:defRPr>
            </a:pPr>
            <a:r>
              <a:rPr sz="1575" b="1">
                <a:solidFill>
                  <a:srgbClr val="5D6B66"/>
                </a:solidFill>
                <a:latin typeface="Noto Sans"/>
                <a:ea typeface="Noto Sans"/>
                <a:cs typeface="Noto Sans"/>
              </a:rPr>
              <a:t>9 byte</a:t>
            </a:r>
          </a:p>
        </p:txBody>
      </p:sp>
      <p:sp>
        <p:nvSpPr>
          <p:cNvPr id="19" name="">
            <a:extLst xmlns:a="http://schemas.openxmlformats.org/drawingml/2006/main">
              <a:ext uri="{FF2B5EF4-FFF2-40B4-BE49-F238E27FC236}">
                <a16:creationId xmlns:a16="http://schemas.microsoft.com/office/drawing/2014/main" id="{DB766FCB-054A-4186-A5B0-4D59224CE976}"/>
              </a:ext>
            </a:extLst>
          </p:cNvPr>
          <p:cNvSpPr>
            <a:spLocks xmlns:a="http://schemas.openxmlformats.org/drawingml/2006/main" noGrp="1"/>
          </p:cNvSpPr>
          <p:nvPr/>
        </p:nvSpPr>
        <p:spPr>
          <a:xfrm xmlns:a="http://schemas.openxmlformats.org/drawingml/2006/main">
            <a:off x="723900" y="352425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defRPr sz="1800" b="1">
                <a:solidFill>
                  <a:srgbClr val="0F6E41"/>
                </a:solidFill>
                <a:latin typeface="Noto Sans"/>
                <a:ea typeface="Noto Sans"/>
                <a:cs typeface="Noto Sans"/>
              </a:defRPr>
            </a:pPr>
            <a:r>
              <a:rPr sz="1800" b="1">
                <a:solidFill>
                  <a:srgbClr val="0F6E41"/>
                </a:solidFill>
                <a:latin typeface="Noto Sans"/>
                <a:ea typeface="Noto Sans"/>
                <a:cs typeface="Noto Sans"/>
              </a:rPr>
              <a:t>FPGA trả về máy tính</a:t>
            </a:r>
          </a:p>
        </p:txBody>
      </p:sp>
      <p:sp>
        <p:nvSpPr>
          <p:cNvPr id="20" name="">
            <a:extLst xmlns:a="http://schemas.openxmlformats.org/drawingml/2006/main">
              <a:ext uri="{FF2B5EF4-FFF2-40B4-BE49-F238E27FC236}">
                <a16:creationId xmlns:a16="http://schemas.microsoft.com/office/drawing/2014/main" id="{62DC55D6-5068-42A2-BAD8-E22DAB23F747}"/>
              </a:ext>
            </a:extLst>
          </p:cNvPr>
          <p:cNvSpPr>
            <a:spLocks xmlns:a="http://schemas.openxmlformats.org/drawingml/2006/main" noGrp="1"/>
          </p:cNvSpPr>
          <p:nvPr/>
        </p:nvSpPr>
        <p:spPr>
          <a:xfrm xmlns:a="http://schemas.openxmlformats.org/drawingml/2006/main">
            <a:off x="723900" y="4076700"/>
            <a:ext cx="800100" cy="685800"/>
          </a:xfrm>
          <a:prstGeom xmlns:a="http://schemas.openxmlformats.org/drawingml/2006/main" prst="rect">
            <a:avLst/>
          </a:prstGeom>
          <a:solidFill xmlns:a="http://schemas.openxmlformats.org/drawingml/2006/main">
            <a:srgbClr val="056839"/>
          </a:solidFill>
          <a:ln xmlns:a="http://schemas.openxmlformats.org/drawingml/2006/main" w="9525">
            <a:solidFill>
              <a:srgbClr val="FFFFFF"/>
            </a:solidFill>
          </a:ln>
        </p:spPr>
      </p:sp>
      <p:sp>
        <p:nvSpPr>
          <p:cNvPr id="21" name="">
            <a:extLst xmlns:a="http://schemas.openxmlformats.org/drawingml/2006/main">
              <a:ext uri="{FF2B5EF4-FFF2-40B4-BE49-F238E27FC236}">
                <a16:creationId xmlns:a16="http://schemas.microsoft.com/office/drawing/2014/main" id="{484819A6-D0AD-46D3-800F-38E36DB217B7}"/>
              </a:ext>
            </a:extLst>
          </p:cNvPr>
          <p:cNvSpPr>
            <a:spLocks xmlns:a="http://schemas.openxmlformats.org/drawingml/2006/main" noGrp="1"/>
          </p:cNvSpPr>
          <p:nvPr/>
        </p:nvSpPr>
        <p:spPr>
          <a:xfrm xmlns:a="http://schemas.openxmlformats.org/drawingml/2006/main">
            <a:off x="752475" y="4248150"/>
            <a:ext cx="742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1">
                <a:solidFill>
                  <a:srgbClr val="FFFFFF"/>
                </a:solidFill>
                <a:latin typeface="DejaVu Sans Mono"/>
                <a:ea typeface="DejaVu Sans Mono"/>
                <a:cs typeface="DejaVu Sans Mono"/>
              </a:defRPr>
            </a:pPr>
            <a:r>
              <a:rPr sz="1050" b="1">
                <a:solidFill>
                  <a:srgbClr val="FFFFFF"/>
                </a:solidFill>
                <a:latin typeface="DejaVu Sans Mono"/>
                <a:ea typeface="DejaVu Sans Mono"/>
                <a:cs typeface="DejaVu Sans Mono"/>
              </a:rPr>
              <a:t>SYNC</a:t>
            </a:r>
          </a:p>
        </p:txBody>
      </p:sp>
      <p:sp>
        <p:nvSpPr>
          <p:cNvPr id="22" name="">
            <a:extLst xmlns:a="http://schemas.openxmlformats.org/drawingml/2006/main">
              <a:ext uri="{FF2B5EF4-FFF2-40B4-BE49-F238E27FC236}">
                <a16:creationId xmlns:a16="http://schemas.microsoft.com/office/drawing/2014/main" id="{FE97DF00-A25B-4D5D-81DD-1FE774FA86A2}"/>
              </a:ext>
            </a:extLst>
          </p:cNvPr>
          <p:cNvSpPr>
            <a:spLocks xmlns:a="http://schemas.openxmlformats.org/drawingml/2006/main" noGrp="1"/>
          </p:cNvSpPr>
          <p:nvPr/>
        </p:nvSpPr>
        <p:spPr>
          <a:xfrm xmlns:a="http://schemas.openxmlformats.org/drawingml/2006/main">
            <a:off x="1524000" y="4076700"/>
            <a:ext cx="990600" cy="685800"/>
          </a:xfrm>
          <a:prstGeom xmlns:a="http://schemas.openxmlformats.org/drawingml/2006/main" prst="rect">
            <a:avLst/>
          </a:prstGeom>
          <a:solidFill xmlns:a="http://schemas.openxmlformats.org/drawingml/2006/main">
            <a:srgbClr val="EAF5EF"/>
          </a:solidFill>
          <a:ln xmlns:a="http://schemas.openxmlformats.org/drawingml/2006/main" w="9525">
            <a:solidFill>
              <a:srgbClr val="FFFFFF"/>
            </a:solidFill>
          </a:ln>
        </p:spPr>
      </p:sp>
      <p:sp>
        <p:nvSpPr>
          <p:cNvPr id="23" name="">
            <a:extLst xmlns:a="http://schemas.openxmlformats.org/drawingml/2006/main">
              <a:ext uri="{FF2B5EF4-FFF2-40B4-BE49-F238E27FC236}">
                <a16:creationId xmlns:a16="http://schemas.microsoft.com/office/drawing/2014/main" id="{88EA009D-F7B3-4C77-B44C-99C2AAFF12DE}"/>
              </a:ext>
            </a:extLst>
          </p:cNvPr>
          <p:cNvSpPr>
            <a:spLocks xmlns:a="http://schemas.openxmlformats.org/drawingml/2006/main" noGrp="1"/>
          </p:cNvSpPr>
          <p:nvPr/>
        </p:nvSpPr>
        <p:spPr>
          <a:xfrm xmlns:a="http://schemas.openxmlformats.org/drawingml/2006/main">
            <a:off x="1552575" y="4248150"/>
            <a:ext cx="933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1">
                <a:solidFill>
                  <a:srgbClr val="17352B"/>
                </a:solidFill>
                <a:latin typeface="DejaVu Sans Mono"/>
                <a:ea typeface="DejaVu Sans Mono"/>
                <a:cs typeface="DejaVu Sans Mono"/>
              </a:defRPr>
            </a:pPr>
            <a:r>
              <a:rPr sz="1050" b="1">
                <a:solidFill>
                  <a:srgbClr val="17352B"/>
                </a:solidFill>
                <a:latin typeface="DejaVu Sans Mono"/>
                <a:ea typeface="DejaVu Sans Mono"/>
                <a:cs typeface="DejaVu Sans Mono"/>
              </a:rPr>
              <a:t>VALID</a:t>
            </a:r>
          </a:p>
        </p:txBody>
      </p:sp>
      <p:sp>
        <p:nvSpPr>
          <p:cNvPr id="24" name="">
            <a:extLst xmlns:a="http://schemas.openxmlformats.org/drawingml/2006/main">
              <a:ext uri="{FF2B5EF4-FFF2-40B4-BE49-F238E27FC236}">
                <a16:creationId xmlns:a16="http://schemas.microsoft.com/office/drawing/2014/main" id="{76722068-1C8A-4F17-96B5-117E853DD212}"/>
              </a:ext>
            </a:extLst>
          </p:cNvPr>
          <p:cNvSpPr>
            <a:spLocks xmlns:a="http://schemas.openxmlformats.org/drawingml/2006/main" noGrp="1"/>
          </p:cNvSpPr>
          <p:nvPr/>
        </p:nvSpPr>
        <p:spPr>
          <a:xfrm xmlns:a="http://schemas.openxmlformats.org/drawingml/2006/main">
            <a:off x="2514600" y="4076700"/>
            <a:ext cx="1123950" cy="685800"/>
          </a:xfrm>
          <a:prstGeom xmlns:a="http://schemas.openxmlformats.org/drawingml/2006/main" prst="rect">
            <a:avLst/>
          </a:prstGeom>
          <a:solidFill xmlns:a="http://schemas.openxmlformats.org/drawingml/2006/main">
            <a:srgbClr val="EAF5EF"/>
          </a:solidFill>
          <a:ln xmlns:a="http://schemas.openxmlformats.org/drawingml/2006/main" w="9525">
            <a:solidFill>
              <a:srgbClr val="FFFFFF"/>
            </a:solidFill>
          </a:ln>
        </p:spPr>
      </p:sp>
      <p:sp>
        <p:nvSpPr>
          <p:cNvPr id="25" name="">
            <a:extLst xmlns:a="http://schemas.openxmlformats.org/drawingml/2006/main">
              <a:ext uri="{FF2B5EF4-FFF2-40B4-BE49-F238E27FC236}">
                <a16:creationId xmlns:a16="http://schemas.microsoft.com/office/drawing/2014/main" id="{701BBD89-741C-4686-96A2-3A9EEEC04CA3}"/>
              </a:ext>
            </a:extLst>
          </p:cNvPr>
          <p:cNvSpPr>
            <a:spLocks xmlns:a="http://schemas.openxmlformats.org/drawingml/2006/main" noGrp="1"/>
          </p:cNvSpPr>
          <p:nvPr/>
        </p:nvSpPr>
        <p:spPr>
          <a:xfrm xmlns:a="http://schemas.openxmlformats.org/drawingml/2006/main">
            <a:off x="2543175" y="4248150"/>
            <a:ext cx="1066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1">
                <a:solidFill>
                  <a:srgbClr val="17352B"/>
                </a:solidFill>
                <a:latin typeface="DejaVu Sans Mono"/>
                <a:ea typeface="DejaVu Sans Mono"/>
                <a:cs typeface="DejaVu Sans Mono"/>
              </a:defRPr>
            </a:pPr>
            <a:r>
              <a:rPr sz="1050" b="1">
                <a:solidFill>
                  <a:srgbClr val="17352B"/>
                </a:solidFill>
                <a:latin typeface="DejaVu Sans Mono"/>
                <a:ea typeface="DejaVu Sans Mono"/>
                <a:cs typeface="DejaVu Sans Mono"/>
              </a:rPr>
              <a:t>ACCEPT</a:t>
            </a:r>
          </a:p>
        </p:txBody>
      </p:sp>
      <p:sp>
        <p:nvSpPr>
          <p:cNvPr id="26" name="">
            <a:extLst xmlns:a="http://schemas.openxmlformats.org/drawingml/2006/main">
              <a:ext uri="{FF2B5EF4-FFF2-40B4-BE49-F238E27FC236}">
                <a16:creationId xmlns:a16="http://schemas.microsoft.com/office/drawing/2014/main" id="{92896D5F-3BDA-4D26-A0D8-A96AE27B9979}"/>
              </a:ext>
            </a:extLst>
          </p:cNvPr>
          <p:cNvSpPr>
            <a:spLocks xmlns:a="http://schemas.openxmlformats.org/drawingml/2006/main" noGrp="1"/>
          </p:cNvSpPr>
          <p:nvPr/>
        </p:nvSpPr>
        <p:spPr>
          <a:xfrm xmlns:a="http://schemas.openxmlformats.org/drawingml/2006/main">
            <a:off x="3638550" y="4076700"/>
            <a:ext cx="971550" cy="685800"/>
          </a:xfrm>
          <a:prstGeom xmlns:a="http://schemas.openxmlformats.org/drawingml/2006/main" prst="rect">
            <a:avLst/>
          </a:prstGeom>
          <a:solidFill xmlns:a="http://schemas.openxmlformats.org/drawingml/2006/main">
            <a:srgbClr val="EAF5EF"/>
          </a:solidFill>
          <a:ln xmlns:a="http://schemas.openxmlformats.org/drawingml/2006/main" w="9525">
            <a:solidFill>
              <a:srgbClr val="FFFFFF"/>
            </a:solidFill>
          </a:ln>
        </p:spPr>
      </p:sp>
      <p:sp>
        <p:nvSpPr>
          <p:cNvPr id="27" name="">
            <a:extLst xmlns:a="http://schemas.openxmlformats.org/drawingml/2006/main">
              <a:ext uri="{FF2B5EF4-FFF2-40B4-BE49-F238E27FC236}">
                <a16:creationId xmlns:a16="http://schemas.microsoft.com/office/drawing/2014/main" id="{E2958F59-4C3B-491E-9819-AF9460A5BC5A}"/>
              </a:ext>
            </a:extLst>
          </p:cNvPr>
          <p:cNvSpPr>
            <a:spLocks xmlns:a="http://schemas.openxmlformats.org/drawingml/2006/main" noGrp="1"/>
          </p:cNvSpPr>
          <p:nvPr/>
        </p:nvSpPr>
        <p:spPr>
          <a:xfrm xmlns:a="http://schemas.openxmlformats.org/drawingml/2006/main">
            <a:off x="3667125" y="42481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1">
                <a:solidFill>
                  <a:srgbClr val="17352B"/>
                </a:solidFill>
                <a:latin typeface="DejaVu Sans Mono"/>
                <a:ea typeface="DejaVu Sans Mono"/>
                <a:cs typeface="DejaVu Sans Mono"/>
              </a:defRPr>
            </a:pPr>
            <a:r>
              <a:rPr sz="1050" b="1">
                <a:solidFill>
                  <a:srgbClr val="17352B"/>
                </a:solidFill>
                <a:latin typeface="DejaVu Sans Mono"/>
                <a:ea typeface="DejaVu Sans Mono"/>
                <a:cs typeface="DejaVu Sans Mono"/>
              </a:rPr>
              <a:t>LEVEL</a:t>
            </a:r>
          </a:p>
        </p:txBody>
      </p:sp>
      <p:sp>
        <p:nvSpPr>
          <p:cNvPr id="28" name="">
            <a:extLst xmlns:a="http://schemas.openxmlformats.org/drawingml/2006/main">
              <a:ext uri="{FF2B5EF4-FFF2-40B4-BE49-F238E27FC236}">
                <a16:creationId xmlns:a16="http://schemas.microsoft.com/office/drawing/2014/main" id="{AA5C1150-74AA-4081-AF47-B19BE3F71C9B}"/>
              </a:ext>
            </a:extLst>
          </p:cNvPr>
          <p:cNvSpPr>
            <a:spLocks xmlns:a="http://schemas.openxmlformats.org/drawingml/2006/main" noGrp="1"/>
          </p:cNvSpPr>
          <p:nvPr/>
        </p:nvSpPr>
        <p:spPr>
          <a:xfrm xmlns:a="http://schemas.openxmlformats.org/drawingml/2006/main">
            <a:off x="4610100" y="4076700"/>
            <a:ext cx="971550" cy="685800"/>
          </a:xfrm>
          <a:prstGeom xmlns:a="http://schemas.openxmlformats.org/drawingml/2006/main" prst="rect">
            <a:avLst/>
          </a:prstGeom>
          <a:solidFill xmlns:a="http://schemas.openxmlformats.org/drawingml/2006/main">
            <a:srgbClr val="EAF5EF"/>
          </a:solidFill>
          <a:ln xmlns:a="http://schemas.openxmlformats.org/drawingml/2006/main" w="9525">
            <a:solidFill>
              <a:srgbClr val="FFFFFF"/>
            </a:solidFill>
          </a:ln>
        </p:spPr>
      </p:sp>
      <p:sp>
        <p:nvSpPr>
          <p:cNvPr id="29" name="">
            <a:extLst xmlns:a="http://schemas.openxmlformats.org/drawingml/2006/main">
              <a:ext uri="{FF2B5EF4-FFF2-40B4-BE49-F238E27FC236}">
                <a16:creationId xmlns:a16="http://schemas.microsoft.com/office/drawing/2014/main" id="{4C57AF1A-5701-4D38-9A1D-2DD10B394A7F}"/>
              </a:ext>
            </a:extLst>
          </p:cNvPr>
          <p:cNvSpPr>
            <a:spLocks xmlns:a="http://schemas.openxmlformats.org/drawingml/2006/main" noGrp="1"/>
          </p:cNvSpPr>
          <p:nvPr/>
        </p:nvSpPr>
        <p:spPr>
          <a:xfrm xmlns:a="http://schemas.openxmlformats.org/drawingml/2006/main">
            <a:off x="4638675" y="42481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1">
                <a:solidFill>
                  <a:srgbClr val="17352B"/>
                </a:solidFill>
                <a:latin typeface="DejaVu Sans Mono"/>
                <a:ea typeface="DejaVu Sans Mono"/>
                <a:cs typeface="DejaVu Sans Mono"/>
              </a:defRPr>
            </a:pPr>
            <a:r>
              <a:rPr sz="1050" b="1">
                <a:solidFill>
                  <a:srgbClr val="17352B"/>
                </a:solidFill>
                <a:latin typeface="DejaVu Sans Mono"/>
                <a:ea typeface="DejaVu Sans Mono"/>
                <a:cs typeface="DejaVu Sans Mono"/>
              </a:rPr>
              <a:t>STATE</a:t>
            </a:r>
          </a:p>
        </p:txBody>
      </p:sp>
      <p:sp>
        <p:nvSpPr>
          <p:cNvPr id="30" name="">
            <a:extLst xmlns:a="http://schemas.openxmlformats.org/drawingml/2006/main">
              <a:ext uri="{FF2B5EF4-FFF2-40B4-BE49-F238E27FC236}">
                <a16:creationId xmlns:a16="http://schemas.microsoft.com/office/drawing/2014/main" id="{99B58854-F930-4CEE-B76C-E1C58F8F8594}"/>
              </a:ext>
            </a:extLst>
          </p:cNvPr>
          <p:cNvSpPr>
            <a:spLocks xmlns:a="http://schemas.openxmlformats.org/drawingml/2006/main" noGrp="1"/>
          </p:cNvSpPr>
          <p:nvPr/>
        </p:nvSpPr>
        <p:spPr>
          <a:xfrm xmlns:a="http://schemas.openxmlformats.org/drawingml/2006/main">
            <a:off x="5581650" y="4076700"/>
            <a:ext cx="1333500" cy="685800"/>
          </a:xfrm>
          <a:prstGeom xmlns:a="http://schemas.openxmlformats.org/drawingml/2006/main" prst="rect">
            <a:avLst/>
          </a:prstGeom>
          <a:solidFill xmlns:a="http://schemas.openxmlformats.org/drawingml/2006/main">
            <a:srgbClr val="EAF5EF"/>
          </a:solidFill>
          <a:ln xmlns:a="http://schemas.openxmlformats.org/drawingml/2006/main" w="9525">
            <a:solidFill>
              <a:srgbClr val="FFFFFF"/>
            </a:solidFill>
          </a:ln>
        </p:spPr>
      </p:sp>
      <p:sp>
        <p:nvSpPr>
          <p:cNvPr id="31" name="">
            <a:extLst xmlns:a="http://schemas.openxmlformats.org/drawingml/2006/main">
              <a:ext uri="{FF2B5EF4-FFF2-40B4-BE49-F238E27FC236}">
                <a16:creationId xmlns:a16="http://schemas.microsoft.com/office/drawing/2014/main" id="{CD490930-D985-4F8A-ABB8-EA11AED06124}"/>
              </a:ext>
            </a:extLst>
          </p:cNvPr>
          <p:cNvSpPr>
            <a:spLocks xmlns:a="http://schemas.openxmlformats.org/drawingml/2006/main" noGrp="1"/>
          </p:cNvSpPr>
          <p:nvPr/>
        </p:nvSpPr>
        <p:spPr>
          <a:xfrm xmlns:a="http://schemas.openxmlformats.org/drawingml/2006/main">
            <a:off x="5610225" y="424815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1">
                <a:solidFill>
                  <a:srgbClr val="17352B"/>
                </a:solidFill>
                <a:latin typeface="DejaVu Sans Mono"/>
                <a:ea typeface="DejaVu Sans Mono"/>
                <a:cs typeface="DejaVu Sans Mono"/>
              </a:defRPr>
            </a:pPr>
            <a:r>
              <a:rPr sz="1050" b="1">
                <a:solidFill>
                  <a:srgbClr val="17352B"/>
                </a:solidFill>
                <a:latin typeface="DejaVu Sans Mono"/>
                <a:ea typeface="DejaVu Sans Mono"/>
                <a:cs typeface="DejaVu Sans Mono"/>
              </a:rPr>
              <a:t>FUSED</a:t>
            </a:r>
          </a:p>
        </p:txBody>
      </p:sp>
      <p:sp>
        <p:nvSpPr>
          <p:cNvPr id="32" name="">
            <a:extLst xmlns:a="http://schemas.openxmlformats.org/drawingml/2006/main">
              <a:ext uri="{FF2B5EF4-FFF2-40B4-BE49-F238E27FC236}">
                <a16:creationId xmlns:a16="http://schemas.microsoft.com/office/drawing/2014/main" id="{042D5924-5378-4D81-95A2-8FC08E33EA81}"/>
              </a:ext>
            </a:extLst>
          </p:cNvPr>
          <p:cNvSpPr>
            <a:spLocks xmlns:a="http://schemas.openxmlformats.org/drawingml/2006/main" noGrp="1"/>
          </p:cNvSpPr>
          <p:nvPr/>
        </p:nvSpPr>
        <p:spPr>
          <a:xfrm xmlns:a="http://schemas.openxmlformats.org/drawingml/2006/main">
            <a:off x="6915150" y="4076700"/>
            <a:ext cx="1333500" cy="685800"/>
          </a:xfrm>
          <a:prstGeom xmlns:a="http://schemas.openxmlformats.org/drawingml/2006/main" prst="rect">
            <a:avLst/>
          </a:prstGeom>
          <a:solidFill xmlns:a="http://schemas.openxmlformats.org/drawingml/2006/main">
            <a:srgbClr val="EAF5EF"/>
          </a:solidFill>
          <a:ln xmlns:a="http://schemas.openxmlformats.org/drawingml/2006/main" w="9525">
            <a:solidFill>
              <a:srgbClr val="FFFFFF"/>
            </a:solidFill>
          </a:ln>
        </p:spPr>
      </p:sp>
      <p:sp>
        <p:nvSpPr>
          <p:cNvPr id="33" name="">
            <a:extLst xmlns:a="http://schemas.openxmlformats.org/drawingml/2006/main">
              <a:ext uri="{FF2B5EF4-FFF2-40B4-BE49-F238E27FC236}">
                <a16:creationId xmlns:a16="http://schemas.microsoft.com/office/drawing/2014/main" id="{BD8CF5AC-71D2-47F2-830A-B17E2298ED82}"/>
              </a:ext>
            </a:extLst>
          </p:cNvPr>
          <p:cNvSpPr>
            <a:spLocks xmlns:a="http://schemas.openxmlformats.org/drawingml/2006/main" noGrp="1"/>
          </p:cNvSpPr>
          <p:nvPr/>
        </p:nvSpPr>
        <p:spPr>
          <a:xfrm xmlns:a="http://schemas.openxmlformats.org/drawingml/2006/main">
            <a:off x="6943725" y="424815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1">
                <a:solidFill>
                  <a:srgbClr val="17352B"/>
                </a:solidFill>
                <a:latin typeface="DejaVu Sans Mono"/>
                <a:ea typeface="DejaVu Sans Mono"/>
                <a:cs typeface="DejaVu Sans Mono"/>
              </a:defRPr>
            </a:pPr>
            <a:r>
              <a:rPr sz="1050" b="1">
                <a:solidFill>
                  <a:srgbClr val="17352B"/>
                </a:solidFill>
                <a:latin typeface="DejaVu Sans Mono"/>
                <a:ea typeface="DejaVu Sans Mono"/>
                <a:cs typeface="DejaVu Sans Mono"/>
              </a:rPr>
              <a:t>BIAS</a:t>
            </a:r>
          </a:p>
        </p:txBody>
      </p:sp>
      <p:sp>
        <p:nvSpPr>
          <p:cNvPr id="34" name="">
            <a:extLst xmlns:a="http://schemas.openxmlformats.org/drawingml/2006/main">
              <a:ext uri="{FF2B5EF4-FFF2-40B4-BE49-F238E27FC236}">
                <a16:creationId xmlns:a16="http://schemas.microsoft.com/office/drawing/2014/main" id="{689C8F2E-18A2-41C9-B390-1403C6E90E21}"/>
              </a:ext>
            </a:extLst>
          </p:cNvPr>
          <p:cNvSpPr>
            <a:spLocks xmlns:a="http://schemas.openxmlformats.org/drawingml/2006/main" noGrp="1"/>
          </p:cNvSpPr>
          <p:nvPr/>
        </p:nvSpPr>
        <p:spPr>
          <a:xfrm xmlns:a="http://schemas.openxmlformats.org/drawingml/2006/main">
            <a:off x="8248650" y="4076700"/>
            <a:ext cx="800100" cy="685800"/>
          </a:xfrm>
          <a:prstGeom xmlns:a="http://schemas.openxmlformats.org/drawingml/2006/main" prst="rect">
            <a:avLst/>
          </a:prstGeom>
          <a:solidFill xmlns:a="http://schemas.openxmlformats.org/drawingml/2006/main">
            <a:srgbClr val="EAF5EF"/>
          </a:solidFill>
          <a:ln xmlns:a="http://schemas.openxmlformats.org/drawingml/2006/main" w="9525">
            <a:solidFill>
              <a:srgbClr val="FFFFFF"/>
            </a:solidFill>
          </a:ln>
        </p:spPr>
      </p:sp>
      <p:sp>
        <p:nvSpPr>
          <p:cNvPr id="35" name="">
            <a:extLst xmlns:a="http://schemas.openxmlformats.org/drawingml/2006/main">
              <a:ext uri="{FF2B5EF4-FFF2-40B4-BE49-F238E27FC236}">
                <a16:creationId xmlns:a16="http://schemas.microsoft.com/office/drawing/2014/main" id="{3F454EA3-2BA2-45A2-93D4-2B6CFD13F561}"/>
              </a:ext>
            </a:extLst>
          </p:cNvPr>
          <p:cNvSpPr>
            <a:spLocks xmlns:a="http://schemas.openxmlformats.org/drawingml/2006/main" noGrp="1"/>
          </p:cNvSpPr>
          <p:nvPr/>
        </p:nvSpPr>
        <p:spPr>
          <a:xfrm xmlns:a="http://schemas.openxmlformats.org/drawingml/2006/main">
            <a:off x="8277225" y="4248150"/>
            <a:ext cx="742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1">
                <a:solidFill>
                  <a:srgbClr val="17352B"/>
                </a:solidFill>
                <a:latin typeface="DejaVu Sans Mono"/>
                <a:ea typeface="DejaVu Sans Mono"/>
                <a:cs typeface="DejaVu Sans Mono"/>
              </a:defRPr>
            </a:pPr>
            <a:r>
              <a:rPr sz="1050" b="1">
                <a:solidFill>
                  <a:srgbClr val="17352B"/>
                </a:solidFill>
                <a:latin typeface="DejaVu Sans Mono"/>
                <a:ea typeface="DejaVu Sans Mono"/>
                <a:cs typeface="DejaVu Sans Mono"/>
              </a:rPr>
              <a:t>CHK</a:t>
            </a:r>
          </a:p>
        </p:txBody>
      </p:sp>
      <p:sp>
        <p:nvSpPr>
          <p:cNvPr id="36" name="">
            <a:extLst xmlns:a="http://schemas.openxmlformats.org/drawingml/2006/main">
              <a:ext uri="{FF2B5EF4-FFF2-40B4-BE49-F238E27FC236}">
                <a16:creationId xmlns:a16="http://schemas.microsoft.com/office/drawing/2014/main" id="{A6D58CEA-231B-473D-9DE4-54877086CD44}"/>
              </a:ext>
            </a:extLst>
          </p:cNvPr>
          <p:cNvSpPr>
            <a:spLocks xmlns:a="http://schemas.openxmlformats.org/drawingml/2006/main" noGrp="1"/>
          </p:cNvSpPr>
          <p:nvPr/>
        </p:nvSpPr>
        <p:spPr>
          <a:xfrm xmlns:a="http://schemas.openxmlformats.org/drawingml/2006/main">
            <a:off x="10001250" y="4238625"/>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889"/>
          </a:bodyPr>
          <a:lstStyle xmlns:a="http://schemas.openxmlformats.org/drawingml/2006/main"/>
          <a:p xmlns:a="http://schemas.openxmlformats.org/drawingml/2006/main">
            <a:pPr algn="r">
              <a:defRPr sz="1575" b="1">
                <a:solidFill>
                  <a:srgbClr val="5D6B66"/>
                </a:solidFill>
                <a:latin typeface="Noto Sans"/>
                <a:ea typeface="Noto Sans"/>
                <a:cs typeface="Noto Sans"/>
              </a:defRPr>
            </a:pPr>
            <a:r>
              <a:rPr sz="1575" b="1">
                <a:solidFill>
                  <a:srgbClr val="5D6B66"/>
                </a:solidFill>
                <a:latin typeface="Noto Sans"/>
                <a:ea typeface="Noto Sans"/>
                <a:cs typeface="Noto Sans"/>
              </a:rPr>
              <a:t>10 byte</a:t>
            </a:r>
          </a:p>
        </p:txBody>
      </p:sp>
      <p:sp>
        <p:nvSpPr>
          <p:cNvPr id="37" name="">
            <a:extLst xmlns:a="http://schemas.openxmlformats.org/drawingml/2006/main">
              <a:ext uri="{FF2B5EF4-FFF2-40B4-BE49-F238E27FC236}">
                <a16:creationId xmlns:a16="http://schemas.microsoft.com/office/drawing/2014/main" id="{A83259CF-5590-4375-B396-4F3E5C80DAE3}"/>
              </a:ext>
            </a:extLst>
          </p:cNvPr>
          <p:cNvSpPr>
            <a:spLocks xmlns:a="http://schemas.openxmlformats.org/drawingml/2006/main" noGrp="1"/>
          </p:cNvSpPr>
          <p:nvPr/>
        </p:nvSpPr>
        <p:spPr>
          <a:xfrm xmlns:a="http://schemas.openxmlformats.org/drawingml/2006/main">
            <a:off x="1314450" y="5219700"/>
            <a:ext cx="9563100" cy="685800"/>
          </a:xfrm>
          <a:prstGeom xmlns:a="http://schemas.openxmlformats.org/drawingml/2006/main" prst="roundRect">
            <a:avLst>
              <a:gd name="adj" fmla="val 19444"/>
            </a:avLst>
          </a:prstGeom>
          <a:solidFill xmlns:a="http://schemas.openxmlformats.org/drawingml/2006/main">
            <a:srgbClr val="F5FAF7"/>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9322D6E3-A9C5-4CAF-B19F-102728A1D3FD}"/>
              </a:ext>
            </a:extLst>
          </p:cNvPr>
          <p:cNvSpPr>
            <a:spLocks xmlns:a="http://schemas.openxmlformats.org/drawingml/2006/main" noGrp="1"/>
          </p:cNvSpPr>
          <p:nvPr/>
        </p:nvSpPr>
        <p:spPr>
          <a:xfrm xmlns:a="http://schemas.openxmlformats.org/drawingml/2006/main">
            <a:off x="1581150" y="5381625"/>
            <a:ext cx="902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1">
                <a:solidFill>
                  <a:srgbClr val="056839"/>
                </a:solidFill>
                <a:latin typeface="Noto Sans"/>
                <a:ea typeface="Noto Sans"/>
                <a:cs typeface="Noto Sans"/>
              </a:defRPr>
            </a:pPr>
            <a:r>
              <a:rPr sz="1500" b="1">
                <a:solidFill>
                  <a:srgbClr val="056839"/>
                </a:solidFill>
                <a:latin typeface="Noto Sans"/>
                <a:ea typeface="Noto Sans"/>
                <a:cs typeface="Noto Sans"/>
              </a:rPr>
              <a:t>Mã kiểm tra sai không làm đổi trạng thái. Mỗi yêu cầu hợp lệ nhận một phản hồi.</a:t>
            </a:r>
          </a:p>
        </p:txBody>
      </p:sp>
      <p:sp>
        <p:nvSpPr>
          <p:cNvPr id="39" name="">
            <a:extLst xmlns:a="http://schemas.openxmlformats.org/drawingml/2006/main">
              <a:ext uri="{FF2B5EF4-FFF2-40B4-BE49-F238E27FC236}">
                <a16:creationId xmlns:a16="http://schemas.microsoft.com/office/drawing/2014/main" id="{01231FF0-2A8D-4320-A994-C64FC150B19A}"/>
              </a:ext>
            </a:extLst>
          </p:cNvPr>
          <p:cNvSpPr>
            <a:spLocks xmlns:a="http://schemas.openxmlformats.org/drawingml/2006/main" noGrp="1"/>
          </p:cNvSpPr>
          <p:nvPr/>
        </p:nvSpPr>
        <p:spPr>
          <a:xfrm xmlns:a="http://schemas.openxmlformats.org/drawingml/2006/main">
            <a:off x="590550" y="6419850"/>
            <a:ext cx="11010900" cy="0"/>
          </a:xfrm>
          <a:prstGeom xmlns:a="http://schemas.openxmlformats.org/drawingml/2006/main" prst="line">
            <a:avLst/>
          </a:prstGeom>
          <a:noFill xmlns:a="http://schemas.openxmlformats.org/drawingml/2006/main"/>
          <a:ln xmlns:a="http://schemas.openxmlformats.org/drawingml/2006/main" w="9525">
            <a:solidFill>
              <a:srgbClr val="C8D8CF"/>
            </a:solidFill>
          </a:ln>
        </p:spPr>
      </p:sp>
      <p:sp>
        <p:nvSpPr>
          <p:cNvPr id="40" name="">
            <a:extLst xmlns:a="http://schemas.openxmlformats.org/drawingml/2006/main">
              <a:ext uri="{FF2B5EF4-FFF2-40B4-BE49-F238E27FC236}">
                <a16:creationId xmlns:a16="http://schemas.microsoft.com/office/drawing/2014/main" id="{18A95EA0-EA4C-426C-828B-F0619F93617B}"/>
              </a:ext>
            </a:extLst>
          </p:cNvPr>
          <p:cNvSpPr>
            <a:spLocks xmlns:a="http://schemas.openxmlformats.org/drawingml/2006/main" noGrp="1"/>
          </p:cNvSpPr>
          <p:nvPr/>
        </p:nvSpPr>
        <p:spPr>
          <a:xfrm xmlns:a="http://schemas.openxmlformats.org/drawingml/2006/main">
            <a:off x="628650" y="6477000"/>
            <a:ext cx="638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5D6B66"/>
                </a:solidFill>
                <a:latin typeface="Noto Sans"/>
                <a:ea typeface="Noto Sans"/>
                <a:cs typeface="Noto Sans"/>
              </a:defRPr>
            </a:pPr>
            <a:r>
              <a:rPr sz="900" b="1">
                <a:solidFill>
                  <a:srgbClr val="5D6B66"/>
                </a:solidFill>
                <a:latin typeface="Noto Sans"/>
                <a:ea typeface="Noto Sans"/>
                <a:cs typeface="Noto Sans"/>
              </a:rPr>
              <a:t>PHỤ LỤC HỎI ĐÁP</a:t>
            </a:r>
          </a:p>
        </p:txBody>
      </p:sp>
      <p:sp>
        <p:nvSpPr>
          <p:cNvPr id="41" name="">
            <a:extLst xmlns:a="http://schemas.openxmlformats.org/drawingml/2006/main">
              <a:ext uri="{FF2B5EF4-FFF2-40B4-BE49-F238E27FC236}">
                <a16:creationId xmlns:a16="http://schemas.microsoft.com/office/drawing/2014/main" id="{FFDD9DB8-DEBF-4510-A637-CB1C3BDA9880}"/>
              </a:ext>
            </a:extLst>
          </p:cNvPr>
          <p:cNvSpPr>
            <a:spLocks xmlns:a="http://schemas.openxmlformats.org/drawingml/2006/main" noGrp="1"/>
          </p:cNvSpPr>
          <p:nvPr/>
        </p:nvSpPr>
        <p:spPr>
          <a:xfrm xmlns:a="http://schemas.openxmlformats.org/drawingml/2006/main">
            <a:off x="110680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5D6B66"/>
                </a:solidFill>
                <a:latin typeface="Noto Sans"/>
                <a:ea typeface="Noto Sans"/>
                <a:cs typeface="Noto Sans"/>
              </a:defRPr>
            </a:pPr>
            <a:r>
              <a:rPr sz="975" b="1">
                <a:solidFill>
                  <a:srgbClr val="5D6B66"/>
                </a:solidFill>
                <a:latin typeface="Noto Sans"/>
                <a:ea typeface="Noto Sans"/>
                <a:cs typeface="Noto Sans"/>
              </a:rPr>
              <a:t>10</a:t>
            </a:r>
          </a:p>
        </p:txBody>
      </p:sp>
    </p:spTree>
    <p:extLst>
      <p:ext uri="{BB962C8B-B14F-4D97-AF65-F5344CB8AC3E}">
        <p14:creationId xmlns:p14="http://schemas.microsoft.com/office/powerpoint/2010/main" val="49544192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0EBA38C-FF0B-4F74-AC02-9A7EBC5D4E86}"/>
              </a:ext>
            </a:extLst>
          </p:cNvPr>
          <p:cNvSpPr>
            <a:spLocks xmlns:a="http://schemas.openxmlformats.org/drawingml/2006/main" noGrp="1"/>
          </p:cNvSpPr>
          <p:nvPr/>
        </p:nvSpPr>
        <p:spPr>
          <a:xfrm xmlns:a="http://schemas.openxmlformats.org/drawingml/2006/main">
            <a:off x="628650" y="32385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619"/>
          </a:bodyPr>
          <a:lstStyle xmlns:a="http://schemas.openxmlformats.org/drawingml/2006/main"/>
          <a:p xmlns:a="http://schemas.openxmlformats.org/drawingml/2006/main">
            <a:pPr>
              <a:defRPr sz="1050" b="1">
                <a:solidFill>
                  <a:srgbClr val="0F6E41"/>
                </a:solidFill>
                <a:latin typeface="Noto Sans"/>
                <a:ea typeface="Noto Sans"/>
                <a:cs typeface="Noto Sans"/>
              </a:defRPr>
            </a:pPr>
            <a:r>
              <a:rPr sz="1050" b="1">
                <a:solidFill>
                  <a:srgbClr val="0F6E41"/>
                </a:solidFill>
                <a:latin typeface="Noto Sans"/>
                <a:ea typeface="Noto Sans"/>
                <a:cs typeface="Noto Sans"/>
              </a:rPr>
              <a:t>PHỤ LỤC HỎI ĐÁP</a:t>
            </a:r>
          </a:p>
        </p:txBody>
      </p:sp>
      <p:sp>
        <p:nvSpPr>
          <p:cNvPr id="2" name="">
            <a:extLst xmlns:a="http://schemas.openxmlformats.org/drawingml/2006/main">
              <a:ext uri="{FF2B5EF4-FFF2-40B4-BE49-F238E27FC236}">
                <a16:creationId xmlns:a16="http://schemas.microsoft.com/office/drawing/2014/main" id="{2516DE1F-4FE7-4B4D-85D7-EF7BB68BAB22}"/>
              </a:ext>
            </a:extLst>
          </p:cNvPr>
          <p:cNvSpPr>
            <a:spLocks xmlns:a="http://schemas.openxmlformats.org/drawingml/2006/main" noGrp="1"/>
          </p:cNvSpPr>
          <p:nvPr/>
        </p:nvSpPr>
        <p:spPr>
          <a:xfrm xmlns:a="http://schemas.openxmlformats.org/drawingml/2006/main">
            <a:off x="628650" y="590550"/>
            <a:ext cx="1028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625" b="1">
                <a:solidFill>
                  <a:srgbClr val="17352B"/>
                </a:solidFill>
                <a:latin typeface="Noto Sans"/>
                <a:ea typeface="Noto Sans"/>
                <a:cs typeface="Noto Sans"/>
              </a:defRPr>
            </a:pPr>
            <a:r>
              <a:rPr sz="2625" b="1">
                <a:solidFill>
                  <a:srgbClr val="17352B"/>
                </a:solidFill>
                <a:latin typeface="Noto Sans"/>
                <a:ea typeface="Noto Sans"/>
                <a:cs typeface="Noto Sans"/>
              </a:rPr>
              <a:t>Kết quả đánh giá hệ số thích nghi</a:t>
            </a:r>
          </a:p>
        </p:txBody>
      </p:sp>
      <p:sp>
        <p:nvSpPr>
          <p:cNvPr id="3" name="">
            <a:extLst xmlns:a="http://schemas.openxmlformats.org/drawingml/2006/main">
              <a:ext uri="{FF2B5EF4-FFF2-40B4-BE49-F238E27FC236}">
                <a16:creationId xmlns:a16="http://schemas.microsoft.com/office/drawing/2014/main" id="{DCBEDFE7-D09D-4C46-BFFF-CEDC8BDED0CC}"/>
              </a:ext>
            </a:extLst>
          </p:cNvPr>
          <p:cNvSpPr>
            <a:spLocks xmlns:a="http://schemas.openxmlformats.org/drawingml/2006/main" noGrp="1"/>
          </p:cNvSpPr>
          <p:nvPr/>
        </p:nvSpPr>
        <p:spPr>
          <a:xfrm xmlns:a="http://schemas.openxmlformats.org/drawingml/2006/main">
            <a:off x="628650" y="1257300"/>
            <a:ext cx="876300" cy="0"/>
          </a:xfrm>
          <a:prstGeom xmlns:a="http://schemas.openxmlformats.org/drawingml/2006/main" prst="line">
            <a:avLst/>
          </a:prstGeom>
          <a:noFill xmlns:a="http://schemas.openxmlformats.org/drawingml/2006/main"/>
          <a:ln xmlns:a="http://schemas.openxmlformats.org/drawingml/2006/main" w="47625">
            <a:solidFill>
              <a:srgbClr val="0F6E41"/>
            </a:solid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ca4d94be07742d5"/>
          <a:stretch xmlns:a="http://schemas.openxmlformats.org/drawingml/2006/main"/>
        </p:blipFill>
        <p:spPr>
          <a:xfrm xmlns:a="http://schemas.openxmlformats.org/drawingml/2006/main">
            <a:off x="11249025" y="228600"/>
            <a:ext cx="476250" cy="476250"/>
          </a:xfrm>
          <a:prstGeom xmlns:a="http://schemas.openxmlformats.org/drawingml/2006/main" prst="rect">
            <a:avLst/>
          </a:prstGeom>
        </p:spPr>
      </p:pic>
      <p:graphicFrame>
        <p:nvGraphicFramePr>
          <p:cNvPr id="15" name=""/>
          <p:cNvGraphicFramePr/>
          <p:nvPr/>
        </p:nvGraphicFramePr>
        <p:xfrm>
          <a:off xmlns:a="http://schemas.openxmlformats.org/drawingml/2006/main" x="647700" y="1619250"/>
          <a:ext xmlns:a="http://schemas.openxmlformats.org/drawingml/2006/main" cx="10896600" cy="3371850"/>
        </p:xfrm>
        <a:graphic xmlns:a="http://schemas.openxmlformats.org/drawingml/2006/main">
          <a:graphicData uri="http://schemas.openxmlformats.org/drawingml/2006/table">
            <a:tbl>
              <a:tblPr/>
              <a:tblGrid>
                <a:gridCol w="742950"/>
                <a:gridCol w="1047750"/>
                <a:gridCol w="1562100"/>
                <a:gridCol w="1790700"/>
                <a:gridCol w="1790700"/>
                <a:gridCol w="2190750"/>
                <a:gridCol w="1409700"/>
              </a:tblGrid>
              <a:tr h="561975">
                <a:tc>
                  <a:txBody>
                    <a:bodyPr/>
                    <a:lstStyle/>
                    <a:p>
                      <a:pPr algn="ctr"/>
                      <a:r>
                        <a:rPr sz="1125" b="1">
                          <a:solidFill>
                            <a:srgbClr val="FFFFFF"/>
                          </a:solidFill>
                          <a:latin typeface="Noto Sans"/>
                          <a:ea typeface="Noto Sans"/>
                          <a:cs typeface="Noto Sans"/>
                        </a:rPr>
                        <a:t>S</a:t>
                      </a:r>
                    </a:p>
                  </a:txBody>
                  <a:tcPr marL="57150" marR="57150" marT="57150" marB="57150">
                    <a:solidFill>
                      <a:srgbClr val="056839"/>
                    </a:solidFill>
                  </a:tcPr>
                </a:tc>
                <a:tc>
                  <a:txBody>
                    <a:bodyPr/>
                    <a:lstStyle/>
                    <a:p>
                      <a:pPr algn="ctr"/>
                      <a:r>
                        <a:rPr sz="1125" b="1">
                          <a:solidFill>
                            <a:srgbClr val="FFFFFF"/>
                          </a:solidFill>
                          <a:latin typeface="Noto Sans"/>
                          <a:ea typeface="Noto Sans"/>
                          <a:cs typeface="Noto Sans"/>
                        </a:rPr>
                        <a:t>Alpha</a:t>
                      </a:r>
                    </a:p>
                  </a:txBody>
                  <a:tcPr marL="57150" marR="57150" marT="57150" marB="57150">
                    <a:solidFill>
                      <a:srgbClr val="056839"/>
                    </a:solidFill>
                  </a:tcPr>
                </a:tc>
                <a:tc>
                  <a:txBody>
                    <a:bodyPr/>
                    <a:lstStyle/>
                    <a:p>
                      <a:pPr algn="ctr"/>
                      <a:r>
                        <a:rPr sz="1125" b="1">
                          <a:solidFill>
                            <a:srgbClr val="FFFFFF"/>
                          </a:solidFill>
                          <a:latin typeface="Noto Sans"/>
                          <a:ea typeface="Noto Sans"/>
                          <a:cs typeface="Noto Sans"/>
                        </a:rPr>
                        <a:t>MAE CAMS</a:t>
                      </a:r>
                    </a:p>
                  </a:txBody>
                  <a:tcPr marL="57150" marR="57150" marT="57150" marB="57150">
                    <a:solidFill>
                      <a:srgbClr val="056839"/>
                    </a:solidFill>
                  </a:tcPr>
                </a:tc>
                <a:tc>
                  <a:txBody>
                    <a:bodyPr/>
                    <a:lstStyle/>
                    <a:p>
                      <a:pPr algn="ctr"/>
                      <a:r>
                        <a:rPr sz="1125" b="1">
                          <a:solidFill>
                            <a:srgbClr val="FFFFFF"/>
                          </a:solidFill>
                          <a:latin typeface="Noto Sans"/>
                          <a:ea typeface="Noto Sans"/>
                          <a:cs typeface="Noto Sans"/>
                        </a:rPr>
                        <a:t>MAE hiệu chỉnh</a:t>
                      </a:r>
                    </a:p>
                  </a:txBody>
                  <a:tcPr marL="57150" marR="57150" marT="57150" marB="57150">
                    <a:solidFill>
                      <a:srgbClr val="056839"/>
                    </a:solidFill>
                  </a:tcPr>
                </a:tc>
                <a:tc>
                  <a:txBody>
                    <a:bodyPr/>
                    <a:lstStyle/>
                    <a:p>
                      <a:pPr algn="ctr"/>
                      <a:r>
                        <a:rPr sz="1125" b="1">
                          <a:solidFill>
                            <a:srgbClr val="FFFFFF"/>
                          </a:solidFill>
                          <a:latin typeface="Noto Sans"/>
                          <a:ea typeface="Noto Sans"/>
                          <a:cs typeface="Noto Sans"/>
                        </a:rPr>
                        <a:t>RMSE hiệu chỉnh</a:t>
                      </a:r>
                    </a:p>
                  </a:txBody>
                  <a:tcPr marL="57150" marR="57150" marT="57150" marB="57150">
                    <a:solidFill>
                      <a:srgbClr val="056839"/>
                    </a:solidFill>
                  </a:tcPr>
                </a:tc>
                <a:tc>
                  <a:txBody>
                    <a:bodyPr/>
                    <a:lstStyle/>
                    <a:p>
                      <a:pPr algn="ctr"/>
                      <a:r>
                        <a:rPr sz="1125" b="1">
                          <a:solidFill>
                            <a:srgbClr val="FFFFFF"/>
                          </a:solidFill>
                          <a:latin typeface="Noto Sans"/>
                          <a:ea typeface="Noto Sans"/>
                          <a:cs typeface="Noto Sans"/>
                        </a:rPr>
                        <a:t>Độ lệch chuẩn x16</a:t>
                      </a:r>
                    </a:p>
                  </a:txBody>
                  <a:tcPr marL="57150" marR="57150" marT="57150" marB="57150">
                    <a:solidFill>
                      <a:srgbClr val="056839"/>
                    </a:solidFill>
                  </a:tcPr>
                </a:tc>
                <a:tc>
                  <a:txBody>
                    <a:bodyPr/>
                    <a:lstStyle/>
                    <a:p>
                      <a:pPr algn="ctr"/>
                      <a:r>
                        <a:rPr sz="1125" b="1">
                          <a:solidFill>
                            <a:srgbClr val="FFFFFF"/>
                          </a:solidFill>
                          <a:latin typeface="Noto Sans"/>
                          <a:ea typeface="Noto Sans"/>
                          <a:cs typeface="Noto Sans"/>
                        </a:rPr>
                        <a:t>Bão hòa</a:t>
                      </a:r>
                    </a:p>
                  </a:txBody>
                  <a:tcPr marL="57150" marR="57150" marT="57150" marB="57150">
                    <a:solidFill>
                      <a:srgbClr val="056839"/>
                    </a:solidFill>
                  </a:tcPr>
                </a:tc>
              </a:tr>
              <a:tr h="561975">
                <a:tc>
                  <a:txBody>
                    <a:bodyPr/>
                    <a:lstStyle/>
                    <a:p>
                      <a:pPr algn="ctr"/>
                      <a:r>
                        <a:rPr sz="1275">
                          <a:solidFill>
                            <a:srgbClr val="17352B"/>
                          </a:solidFill>
                          <a:latin typeface="Noto Sans"/>
                          <a:ea typeface="Noto Sans"/>
                          <a:cs typeface="Noto Sans"/>
                        </a:rPr>
                        <a:t>2</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1/4</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15,8884</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4,2633</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6,0729</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71,23</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83</a:t>
                      </a:r>
                    </a:p>
                  </a:txBody>
                  <a:tcPr marL="57150" marR="57150" marT="57150" marB="57150">
                    <a:solidFill>
                      <a:srgbClr val="FFFFFF"/>
                    </a:solidFill>
                  </a:tcPr>
                </a:tc>
              </a:tr>
              <a:tr h="561975">
                <a:tc>
                  <a:txBody>
                    <a:bodyPr/>
                    <a:lstStyle/>
                    <a:p>
                      <a:pPr algn="ctr"/>
                      <a:r>
                        <a:rPr sz="1275" b="1">
                          <a:solidFill>
                            <a:srgbClr val="056839"/>
                          </a:solidFill>
                          <a:latin typeface="Noto Sans"/>
                          <a:ea typeface="Noto Sans"/>
                          <a:cs typeface="Noto Sans"/>
                        </a:rPr>
                        <a:t>3</a:t>
                      </a:r>
                    </a:p>
                  </a:txBody>
                  <a:tcPr marL="57150" marR="57150" marT="57150" marB="57150">
                    <a:solidFill>
                      <a:srgbClr val="EAF5EF"/>
                    </a:solidFill>
                  </a:tcPr>
                </a:tc>
                <a:tc>
                  <a:txBody>
                    <a:bodyPr/>
                    <a:lstStyle/>
                    <a:p>
                      <a:pPr algn="ctr"/>
                      <a:r>
                        <a:rPr sz="1275" b="1">
                          <a:solidFill>
                            <a:srgbClr val="056839"/>
                          </a:solidFill>
                          <a:latin typeface="Noto Sans"/>
                          <a:ea typeface="Noto Sans"/>
                          <a:cs typeface="Noto Sans"/>
                        </a:rPr>
                        <a:t>1/8</a:t>
                      </a:r>
                    </a:p>
                  </a:txBody>
                  <a:tcPr marL="57150" marR="57150" marT="57150" marB="57150">
                    <a:solidFill>
                      <a:srgbClr val="EAF5EF"/>
                    </a:solidFill>
                  </a:tcPr>
                </a:tc>
                <a:tc>
                  <a:txBody>
                    <a:bodyPr/>
                    <a:lstStyle/>
                    <a:p>
                      <a:pPr algn="ctr"/>
                      <a:r>
                        <a:rPr sz="1275" b="1">
                          <a:solidFill>
                            <a:srgbClr val="056839"/>
                          </a:solidFill>
                          <a:latin typeface="Noto Sans"/>
                          <a:ea typeface="Noto Sans"/>
                          <a:cs typeface="Noto Sans"/>
                        </a:rPr>
                        <a:t>15,8884</a:t>
                      </a:r>
                    </a:p>
                  </a:txBody>
                  <a:tcPr marL="57150" marR="57150" marT="57150" marB="57150">
                    <a:solidFill>
                      <a:srgbClr val="EAF5EF"/>
                    </a:solidFill>
                  </a:tcPr>
                </a:tc>
                <a:tc>
                  <a:txBody>
                    <a:bodyPr/>
                    <a:lstStyle/>
                    <a:p>
                      <a:pPr algn="ctr"/>
                      <a:r>
                        <a:rPr sz="1275" b="1">
                          <a:solidFill>
                            <a:srgbClr val="056839"/>
                          </a:solidFill>
                          <a:latin typeface="Noto Sans"/>
                          <a:ea typeface="Noto Sans"/>
                          <a:cs typeface="Noto Sans"/>
                        </a:rPr>
                        <a:t>4,7259</a:t>
                      </a:r>
                    </a:p>
                  </a:txBody>
                  <a:tcPr marL="57150" marR="57150" marT="57150" marB="57150">
                    <a:solidFill>
                      <a:srgbClr val="EAF5EF"/>
                    </a:solidFill>
                  </a:tcPr>
                </a:tc>
                <a:tc>
                  <a:txBody>
                    <a:bodyPr/>
                    <a:lstStyle/>
                    <a:p>
                      <a:pPr algn="ctr"/>
                      <a:r>
                        <a:rPr sz="1275" b="1">
                          <a:solidFill>
                            <a:srgbClr val="056839"/>
                          </a:solidFill>
                          <a:latin typeface="Noto Sans"/>
                          <a:ea typeface="Noto Sans"/>
                          <a:cs typeface="Noto Sans"/>
                        </a:rPr>
                        <a:t>6,7801</a:t>
                      </a:r>
                    </a:p>
                  </a:txBody>
                  <a:tcPr marL="57150" marR="57150" marT="57150" marB="57150">
                    <a:solidFill>
                      <a:srgbClr val="EAF5EF"/>
                    </a:solidFill>
                  </a:tcPr>
                </a:tc>
                <a:tc>
                  <a:txBody>
                    <a:bodyPr/>
                    <a:lstStyle/>
                    <a:p>
                      <a:pPr algn="ctr"/>
                      <a:r>
                        <a:rPr sz="1275" b="1">
                          <a:solidFill>
                            <a:srgbClr val="056839"/>
                          </a:solidFill>
                          <a:latin typeface="Noto Sans"/>
                          <a:ea typeface="Noto Sans"/>
                          <a:cs typeface="Noto Sans"/>
                        </a:rPr>
                        <a:t>51,75</a:t>
                      </a:r>
                    </a:p>
                  </a:txBody>
                  <a:tcPr marL="57150" marR="57150" marT="57150" marB="57150">
                    <a:solidFill>
                      <a:srgbClr val="EAF5EF"/>
                    </a:solidFill>
                  </a:tcPr>
                </a:tc>
                <a:tc>
                  <a:txBody>
                    <a:bodyPr/>
                    <a:lstStyle/>
                    <a:p>
                      <a:pPr algn="ctr"/>
                      <a:r>
                        <a:rPr sz="1275" b="1">
                          <a:solidFill>
                            <a:srgbClr val="056839"/>
                          </a:solidFill>
                          <a:latin typeface="Noto Sans"/>
                          <a:ea typeface="Noto Sans"/>
                          <a:cs typeface="Noto Sans"/>
                        </a:rPr>
                        <a:t>100</a:t>
                      </a:r>
                    </a:p>
                  </a:txBody>
                  <a:tcPr marL="57150" marR="57150" marT="57150" marB="57150">
                    <a:solidFill>
                      <a:srgbClr val="EAF5EF"/>
                    </a:solidFill>
                  </a:tcPr>
                </a:tc>
              </a:tr>
              <a:tr h="561975">
                <a:tc>
                  <a:txBody>
                    <a:bodyPr/>
                    <a:lstStyle/>
                    <a:p>
                      <a:pPr algn="ctr"/>
                      <a:r>
                        <a:rPr sz="1275">
                          <a:solidFill>
                            <a:srgbClr val="17352B"/>
                          </a:solidFill>
                          <a:latin typeface="Noto Sans"/>
                          <a:ea typeface="Noto Sans"/>
                          <a:cs typeface="Noto Sans"/>
                        </a:rPr>
                        <a:t>4</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1/16</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15,8884</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4,9440</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7,1817</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36,46</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110</a:t>
                      </a:r>
                    </a:p>
                  </a:txBody>
                  <a:tcPr marL="57150" marR="57150" marT="57150" marB="57150">
                    <a:solidFill>
                      <a:srgbClr val="FFFFFF"/>
                    </a:solidFill>
                  </a:tcPr>
                </a:tc>
              </a:tr>
              <a:tr h="561975">
                <a:tc>
                  <a:txBody>
                    <a:bodyPr/>
                    <a:lstStyle/>
                    <a:p>
                      <a:pPr algn="ctr"/>
                      <a:r>
                        <a:rPr sz="1275">
                          <a:solidFill>
                            <a:srgbClr val="17352B"/>
                          </a:solidFill>
                          <a:latin typeface="Noto Sans"/>
                          <a:ea typeface="Noto Sans"/>
                          <a:cs typeface="Noto Sans"/>
                        </a:rPr>
                        <a:t>5</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1/32</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15,8884</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5,3190</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7,4608</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26,64</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129</a:t>
                      </a:r>
                    </a:p>
                  </a:txBody>
                  <a:tcPr marL="57150" marR="57150" marT="57150" marB="57150">
                    <a:solidFill>
                      <a:srgbClr val="FFFFFF"/>
                    </a:solidFill>
                  </a:tcPr>
                </a:tc>
              </a:tr>
              <a:tr h="561975">
                <a:tc>
                  <a:txBody>
                    <a:bodyPr/>
                    <a:lstStyle/>
                    <a:p>
                      <a:pPr algn="ctr"/>
                      <a:r>
                        <a:rPr sz="1275">
                          <a:solidFill>
                            <a:srgbClr val="17352B"/>
                          </a:solidFill>
                          <a:latin typeface="Noto Sans"/>
                          <a:ea typeface="Noto Sans"/>
                          <a:cs typeface="Noto Sans"/>
                        </a:rPr>
                        <a:t>6</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1/64</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15,8884</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6,0211</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7,9180</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18,63</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215</a:t>
                      </a:r>
                    </a:p>
                  </a:txBody>
                  <a:tcPr marL="57150" marR="57150" marT="57150" marB="5715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6405F1F-3D88-4A49-9505-636299B68F1B}"/>
              </a:ext>
            </a:extLst>
          </p:cNvPr>
          <p:cNvSpPr>
            <a:spLocks xmlns:a="http://schemas.openxmlformats.org/drawingml/2006/main" noGrp="1"/>
          </p:cNvSpPr>
          <p:nvPr/>
        </p:nvSpPr>
        <p:spPr>
          <a:xfrm xmlns:a="http://schemas.openxmlformats.org/drawingml/2006/main">
            <a:off x="1066800" y="5295900"/>
            <a:ext cx="10058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0">
                <a:solidFill>
                  <a:srgbClr val="5D6B66"/>
                </a:solidFill>
                <a:latin typeface="Noto Sans"/>
                <a:ea typeface="Noto Sans"/>
                <a:cs typeface="Noto Sans"/>
              </a:defRPr>
            </a:pPr>
            <a:r>
              <a:rPr sz="1500" b="0">
                <a:solidFill>
                  <a:srgbClr val="5D6B66"/>
                </a:solidFill>
                <a:latin typeface="Noto Sans"/>
                <a:ea typeface="Noto Sans"/>
                <a:cs typeface="Noto Sans"/>
              </a:rPr>
              <a:t>415 giờ kiểm định, 4 phần thời gian, chỉ tính sai số tại các giờ qc_ok = 1</a:t>
            </a:r>
          </a:p>
        </p:txBody>
      </p:sp>
      <p:sp>
        <p:nvSpPr>
          <p:cNvPr id="7" name="">
            <a:extLst xmlns:a="http://schemas.openxmlformats.org/drawingml/2006/main">
              <a:ext uri="{FF2B5EF4-FFF2-40B4-BE49-F238E27FC236}">
                <a16:creationId xmlns:a16="http://schemas.microsoft.com/office/drawing/2014/main" id="{60206BA6-1454-4667-A73C-66059E861CA0}"/>
              </a:ext>
            </a:extLst>
          </p:cNvPr>
          <p:cNvSpPr>
            <a:spLocks xmlns:a="http://schemas.openxmlformats.org/drawingml/2006/main" noGrp="1"/>
          </p:cNvSpPr>
          <p:nvPr/>
        </p:nvSpPr>
        <p:spPr>
          <a:xfrm xmlns:a="http://schemas.openxmlformats.org/drawingml/2006/main">
            <a:off x="2000250" y="579120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ctr">
              <a:defRPr sz="1650" b="1">
                <a:solidFill>
                  <a:srgbClr val="D79B2D"/>
                </a:solidFill>
                <a:latin typeface="Noto Sans"/>
                <a:ea typeface="Noto Sans"/>
                <a:cs typeface="Noto Sans"/>
              </a:defRPr>
            </a:pPr>
            <a:r>
              <a:rPr sz="1650" b="1">
                <a:solidFill>
                  <a:srgbClr val="D79B2D"/>
                </a:solidFill>
                <a:latin typeface="Noto Sans"/>
                <a:ea typeface="Noto Sans"/>
                <a:cs typeface="Noto Sans"/>
              </a:rPr>
              <a:t>S = 3 đang triển khai. S = 2 chỉ là ứng viên quan sát.</a:t>
            </a:r>
          </a:p>
        </p:txBody>
      </p:sp>
      <p:sp>
        <p:nvSpPr>
          <p:cNvPr id="8" name="">
            <a:extLst xmlns:a="http://schemas.openxmlformats.org/drawingml/2006/main">
              <a:ext uri="{FF2B5EF4-FFF2-40B4-BE49-F238E27FC236}">
                <a16:creationId xmlns:a16="http://schemas.microsoft.com/office/drawing/2014/main" id="{D49BD295-43FB-4829-BE5E-3BD8D2157B66}"/>
              </a:ext>
            </a:extLst>
          </p:cNvPr>
          <p:cNvSpPr>
            <a:spLocks xmlns:a="http://schemas.openxmlformats.org/drawingml/2006/main" noGrp="1"/>
          </p:cNvSpPr>
          <p:nvPr/>
        </p:nvSpPr>
        <p:spPr>
          <a:xfrm xmlns:a="http://schemas.openxmlformats.org/drawingml/2006/main">
            <a:off x="590550" y="6419850"/>
            <a:ext cx="11010900" cy="0"/>
          </a:xfrm>
          <a:prstGeom xmlns:a="http://schemas.openxmlformats.org/drawingml/2006/main" prst="line">
            <a:avLst/>
          </a:prstGeom>
          <a:noFill xmlns:a="http://schemas.openxmlformats.org/drawingml/2006/main"/>
          <a:ln xmlns:a="http://schemas.openxmlformats.org/drawingml/2006/main" w="9525">
            <a:solidFill>
              <a:srgbClr val="C8D8CF"/>
            </a:solidFill>
          </a:ln>
        </p:spPr>
      </p:sp>
      <p:sp>
        <p:nvSpPr>
          <p:cNvPr id="9" name="">
            <a:extLst xmlns:a="http://schemas.openxmlformats.org/drawingml/2006/main">
              <a:ext uri="{FF2B5EF4-FFF2-40B4-BE49-F238E27FC236}">
                <a16:creationId xmlns:a16="http://schemas.microsoft.com/office/drawing/2014/main" id="{9ADF5E0F-3676-4CFE-99E3-3889AC6108CE}"/>
              </a:ext>
            </a:extLst>
          </p:cNvPr>
          <p:cNvSpPr>
            <a:spLocks xmlns:a="http://schemas.openxmlformats.org/drawingml/2006/main" noGrp="1"/>
          </p:cNvSpPr>
          <p:nvPr/>
        </p:nvSpPr>
        <p:spPr>
          <a:xfrm xmlns:a="http://schemas.openxmlformats.org/drawingml/2006/main">
            <a:off x="628650" y="6477000"/>
            <a:ext cx="638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5D6B66"/>
                </a:solidFill>
                <a:latin typeface="Noto Sans"/>
                <a:ea typeface="Noto Sans"/>
                <a:cs typeface="Noto Sans"/>
              </a:defRPr>
            </a:pPr>
            <a:r>
              <a:rPr sz="900" b="1">
                <a:solidFill>
                  <a:srgbClr val="5D6B66"/>
                </a:solidFill>
                <a:latin typeface="Noto Sans"/>
                <a:ea typeface="Noto Sans"/>
                <a:cs typeface="Noto Sans"/>
              </a:rPr>
              <a:t>PHỤ LỤC HỎI ĐÁP</a:t>
            </a:r>
          </a:p>
        </p:txBody>
      </p:sp>
      <p:sp>
        <p:nvSpPr>
          <p:cNvPr id="10" name="">
            <a:extLst xmlns:a="http://schemas.openxmlformats.org/drawingml/2006/main">
              <a:ext uri="{FF2B5EF4-FFF2-40B4-BE49-F238E27FC236}">
                <a16:creationId xmlns:a16="http://schemas.microsoft.com/office/drawing/2014/main" id="{353A090D-B900-4234-9381-2562693FBA27}"/>
              </a:ext>
            </a:extLst>
          </p:cNvPr>
          <p:cNvSpPr>
            <a:spLocks xmlns:a="http://schemas.openxmlformats.org/drawingml/2006/main" noGrp="1"/>
          </p:cNvSpPr>
          <p:nvPr/>
        </p:nvSpPr>
        <p:spPr>
          <a:xfrm xmlns:a="http://schemas.openxmlformats.org/drawingml/2006/main">
            <a:off x="110680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5D6B66"/>
                </a:solidFill>
                <a:latin typeface="Noto Sans"/>
                <a:ea typeface="Noto Sans"/>
                <a:cs typeface="Noto Sans"/>
              </a:defRPr>
            </a:pPr>
            <a:r>
              <a:rPr sz="975" b="1">
                <a:solidFill>
                  <a:srgbClr val="5D6B66"/>
                </a:solidFill>
                <a:latin typeface="Noto Sans"/>
                <a:ea typeface="Noto Sans"/>
                <a:cs typeface="Noto Sans"/>
              </a:rPr>
              <a:t>11</a:t>
            </a:r>
          </a:p>
        </p:txBody>
      </p:sp>
    </p:spTree>
    <p:extLst>
      <p:ext uri="{BB962C8B-B14F-4D97-AF65-F5344CB8AC3E}">
        <p14:creationId xmlns:p14="http://schemas.microsoft.com/office/powerpoint/2010/main" val="96069005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2196227-0418-4AD8-9E72-20383344DCBE}"/>
              </a:ext>
            </a:extLst>
          </p:cNvPr>
          <p:cNvSpPr>
            <a:spLocks xmlns:a="http://schemas.openxmlformats.org/drawingml/2006/main" noGrp="1"/>
          </p:cNvSpPr>
          <p:nvPr/>
        </p:nvSpPr>
        <p:spPr>
          <a:xfrm xmlns:a="http://schemas.openxmlformats.org/drawingml/2006/main">
            <a:off x="628650" y="32385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619"/>
          </a:bodyPr>
          <a:lstStyle xmlns:a="http://schemas.openxmlformats.org/drawingml/2006/main"/>
          <a:p xmlns:a="http://schemas.openxmlformats.org/drawingml/2006/main">
            <a:pPr>
              <a:defRPr sz="1050" b="1">
                <a:solidFill>
                  <a:srgbClr val="0F6E41"/>
                </a:solidFill>
                <a:latin typeface="Noto Sans"/>
                <a:ea typeface="Noto Sans"/>
                <a:cs typeface="Noto Sans"/>
              </a:defRPr>
            </a:pPr>
            <a:r>
              <a:rPr sz="1050" b="1">
                <a:solidFill>
                  <a:srgbClr val="0F6E41"/>
                </a:solidFill>
                <a:latin typeface="Noto Sans"/>
                <a:ea typeface="Noto Sans"/>
                <a:cs typeface="Noto Sans"/>
              </a:rPr>
              <a:t>PHỤ LỤC HỎI ĐÁP</a:t>
            </a:r>
          </a:p>
        </p:txBody>
      </p:sp>
      <p:sp>
        <p:nvSpPr>
          <p:cNvPr id="2" name="">
            <a:extLst xmlns:a="http://schemas.openxmlformats.org/drawingml/2006/main">
              <a:ext uri="{FF2B5EF4-FFF2-40B4-BE49-F238E27FC236}">
                <a16:creationId xmlns:a16="http://schemas.microsoft.com/office/drawing/2014/main" id="{D1570A52-58AD-41EC-93E1-D563B57E3645}"/>
              </a:ext>
            </a:extLst>
          </p:cNvPr>
          <p:cNvSpPr>
            <a:spLocks xmlns:a="http://schemas.openxmlformats.org/drawingml/2006/main" noGrp="1"/>
          </p:cNvSpPr>
          <p:nvPr/>
        </p:nvSpPr>
        <p:spPr>
          <a:xfrm xmlns:a="http://schemas.openxmlformats.org/drawingml/2006/main">
            <a:off x="628650" y="590550"/>
            <a:ext cx="1028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625" b="1">
                <a:solidFill>
                  <a:srgbClr val="17352B"/>
                </a:solidFill>
                <a:latin typeface="Noto Sans"/>
                <a:ea typeface="Noto Sans"/>
                <a:cs typeface="Noto Sans"/>
              </a:defRPr>
            </a:pPr>
            <a:r>
              <a:rPr sz="2625" b="1">
                <a:solidFill>
                  <a:srgbClr val="17352B"/>
                </a:solidFill>
                <a:latin typeface="Noto Sans"/>
                <a:ea typeface="Noto Sans"/>
                <a:cs typeface="Noto Sans"/>
              </a:rPr>
              <a:t>Phạm vi bằng chứng và giới hạn</a:t>
            </a:r>
          </a:p>
        </p:txBody>
      </p:sp>
      <p:sp>
        <p:nvSpPr>
          <p:cNvPr id="3" name="">
            <a:extLst xmlns:a="http://schemas.openxmlformats.org/drawingml/2006/main">
              <a:ext uri="{FF2B5EF4-FFF2-40B4-BE49-F238E27FC236}">
                <a16:creationId xmlns:a16="http://schemas.microsoft.com/office/drawing/2014/main" id="{C0989909-F61C-43DE-BAB1-E288BB8F6A20}"/>
              </a:ext>
            </a:extLst>
          </p:cNvPr>
          <p:cNvSpPr>
            <a:spLocks xmlns:a="http://schemas.openxmlformats.org/drawingml/2006/main" noGrp="1"/>
          </p:cNvSpPr>
          <p:nvPr/>
        </p:nvSpPr>
        <p:spPr>
          <a:xfrm xmlns:a="http://schemas.openxmlformats.org/drawingml/2006/main">
            <a:off x="628650" y="1257300"/>
            <a:ext cx="876300" cy="0"/>
          </a:xfrm>
          <a:prstGeom xmlns:a="http://schemas.openxmlformats.org/drawingml/2006/main" prst="line">
            <a:avLst/>
          </a:prstGeom>
          <a:noFill xmlns:a="http://schemas.openxmlformats.org/drawingml/2006/main"/>
          <a:ln xmlns:a="http://schemas.openxmlformats.org/drawingml/2006/main" w="47625">
            <a:solidFill>
              <a:srgbClr val="0F6E41"/>
            </a:solid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294134ea44f408d"/>
          <a:stretch xmlns:a="http://schemas.openxmlformats.org/drawingml/2006/main"/>
        </p:blipFill>
        <p:spPr>
          <a:xfrm xmlns:a="http://schemas.openxmlformats.org/drawingml/2006/main">
            <a:off x="11249025" y="228600"/>
            <a:ext cx="476250" cy="476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2B6CF5B-328D-4C42-9B9E-9618003CA333}"/>
              </a:ext>
            </a:extLst>
          </p:cNvPr>
          <p:cNvSpPr>
            <a:spLocks xmlns:a="http://schemas.openxmlformats.org/drawingml/2006/main" noGrp="1"/>
          </p:cNvSpPr>
          <p:nvPr/>
        </p:nvSpPr>
        <p:spPr>
          <a:xfrm xmlns:a="http://schemas.openxmlformats.org/drawingml/2006/main">
            <a:off x="876300" y="167640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428"/>
          </a:bodyPr>
          <a:lstStyle xmlns:a="http://schemas.openxmlformats.org/drawingml/2006/main"/>
          <a:p xmlns:a="http://schemas.openxmlformats.org/drawingml/2006/main">
            <a:pPr>
              <a:defRPr sz="2100" b="1">
                <a:solidFill>
                  <a:srgbClr val="0F6E41"/>
                </a:solidFill>
                <a:latin typeface="Noto Sans"/>
                <a:ea typeface="Noto Sans"/>
                <a:cs typeface="Noto Sans"/>
              </a:defRPr>
            </a:pPr>
            <a:r>
              <a:rPr sz="2100" b="1">
                <a:solidFill>
                  <a:srgbClr val="0F6E41"/>
                </a:solidFill>
                <a:latin typeface="Noto Sans"/>
                <a:ea typeface="Noto Sans"/>
                <a:cs typeface="Noto Sans"/>
              </a:rPr>
              <a:t>Đã xác nhận</a:t>
            </a:r>
          </a:p>
        </p:txBody>
      </p:sp>
      <p:sp>
        <p:nvSpPr>
          <p:cNvPr id="6" name="">
            <a:extLst xmlns:a="http://schemas.openxmlformats.org/drawingml/2006/main">
              <a:ext uri="{FF2B5EF4-FFF2-40B4-BE49-F238E27FC236}">
                <a16:creationId xmlns:a16="http://schemas.microsoft.com/office/drawing/2014/main" id="{471D50AB-5675-4F90-92B8-C8D8AA64A3AD}"/>
              </a:ext>
            </a:extLst>
          </p:cNvPr>
          <p:cNvSpPr>
            <a:spLocks xmlns:a="http://schemas.openxmlformats.org/drawingml/2006/main" noGrp="1"/>
          </p:cNvSpPr>
          <p:nvPr/>
        </p:nvSpPr>
        <p:spPr>
          <a:xfrm xmlns:a="http://schemas.openxmlformats.org/drawingml/2006/main">
            <a:off x="876300" y="2266950"/>
            <a:ext cx="45910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17352B"/>
                </a:solidFill>
                <a:latin typeface="Noto Sans"/>
                <a:ea typeface="Noto Sans"/>
                <a:cs typeface="Noto Sans"/>
              </a:defRPr>
            </a:pPr>
            <a:r>
              <a:rPr sz="1575" b="0">
                <a:solidFill>
                  <a:srgbClr val="17352B"/>
                </a:solidFill>
                <a:latin typeface="Noto Sans"/>
                <a:ea typeface="Noto Sans"/>
                <a:cs typeface="Noto Sans"/>
              </a:rPr>
              <a:t>• Mô hình tham chiếu và RTL khớp từng bit</a:t>
            </a:r>
          </a:p>
          <a:p xmlns:a="http://schemas.openxmlformats.org/drawingml/2006/main">
            <a:pPr>
              <a:defRPr sz="1575" b="0">
                <a:solidFill>
                  <a:srgbClr val="17352B"/>
                </a:solidFill>
                <a:latin typeface="Noto Sans"/>
                <a:ea typeface="Noto Sans"/>
                <a:cs typeface="Noto Sans"/>
              </a:defRPr>
            </a:pPr>
            <a:r>
              <a:rPr sz="1575" b="0">
                <a:solidFill>
                  <a:srgbClr val="17352B"/>
                </a:solidFill>
                <a:latin typeface="Noto Sans"/>
                <a:ea typeface="Noto Sans"/>
                <a:cs typeface="Noto Sans"/>
              </a:rPr>
              <a:t>• Định tuyến đạt yêu cầu tại 27 MHz</a:t>
            </a:r>
          </a:p>
          <a:p xmlns:a="http://schemas.openxmlformats.org/drawingml/2006/main">
            <a:pPr>
              <a:defRPr sz="1575" b="0">
                <a:solidFill>
                  <a:srgbClr val="17352B"/>
                </a:solidFill>
                <a:latin typeface="Noto Sans"/>
                <a:ea typeface="Noto Sans"/>
                <a:cs typeface="Noto Sans"/>
              </a:defRPr>
            </a:pPr>
            <a:r>
              <a:rPr sz="1575" b="0">
                <a:solidFill>
                  <a:srgbClr val="17352B"/>
                </a:solidFill>
                <a:latin typeface="Noto Sans"/>
                <a:ea typeface="Noto Sans"/>
                <a:cs typeface="Noto Sans"/>
              </a:rPr>
              <a:t>• Bitstream và lần nạp SRAM có bằng chứng lưu</a:t>
            </a:r>
          </a:p>
          <a:p xmlns:a="http://schemas.openxmlformats.org/drawingml/2006/main">
            <a:pPr>
              <a:defRPr sz="1575" b="0">
                <a:solidFill>
                  <a:srgbClr val="17352B"/>
                </a:solidFill>
                <a:latin typeface="Noto Sans"/>
                <a:ea typeface="Noto Sans"/>
                <a:cs typeface="Noto Sans"/>
              </a:defRPr>
            </a:pPr>
            <a:r>
              <a:rPr sz="1575" b="0">
                <a:solidFill>
                  <a:srgbClr val="17352B"/>
                </a:solidFill>
                <a:latin typeface="Noto Sans"/>
                <a:ea typeface="Noto Sans"/>
                <a:cs typeface="Noto Sans"/>
              </a:rPr>
              <a:t>• 140 phản hồi UART trên Tang Nano 9K</a:t>
            </a:r>
          </a:p>
        </p:txBody>
      </p:sp>
      <p:sp>
        <p:nvSpPr>
          <p:cNvPr id="7" name="">
            <a:extLst xmlns:a="http://schemas.openxmlformats.org/drawingml/2006/main">
              <a:ext uri="{FF2B5EF4-FFF2-40B4-BE49-F238E27FC236}">
                <a16:creationId xmlns:a16="http://schemas.microsoft.com/office/drawing/2014/main" id="{DF18D03D-57F9-4E45-9B84-8B8F6D76ADA2}"/>
              </a:ext>
            </a:extLst>
          </p:cNvPr>
          <p:cNvSpPr>
            <a:spLocks xmlns:a="http://schemas.openxmlformats.org/drawingml/2006/main" noGrp="1"/>
          </p:cNvSpPr>
          <p:nvPr/>
        </p:nvSpPr>
        <p:spPr>
          <a:xfrm xmlns:a="http://schemas.openxmlformats.org/drawingml/2006/main">
            <a:off x="6096000" y="1619250"/>
            <a:ext cx="0" cy="3143250"/>
          </a:xfrm>
          <a:prstGeom xmlns:a="http://schemas.openxmlformats.org/drawingml/2006/main" prst="line">
            <a:avLst/>
          </a:prstGeom>
          <a:noFill xmlns:a="http://schemas.openxmlformats.org/drawingml/2006/main"/>
          <a:ln xmlns:a="http://schemas.openxmlformats.org/drawingml/2006/main" w="19050">
            <a:solidFill>
              <a:srgbClr val="C8D8CF"/>
            </a:solidFill>
          </a:ln>
        </p:spPr>
      </p:sp>
      <p:sp>
        <p:nvSpPr>
          <p:cNvPr id="8" name="">
            <a:extLst xmlns:a="http://schemas.openxmlformats.org/drawingml/2006/main">
              <a:ext uri="{FF2B5EF4-FFF2-40B4-BE49-F238E27FC236}">
                <a16:creationId xmlns:a16="http://schemas.microsoft.com/office/drawing/2014/main" id="{167250CE-89FB-49F3-9616-C2454E30264C}"/>
              </a:ext>
            </a:extLst>
          </p:cNvPr>
          <p:cNvSpPr>
            <a:spLocks xmlns:a="http://schemas.openxmlformats.org/drawingml/2006/main" noGrp="1"/>
          </p:cNvSpPr>
          <p:nvPr/>
        </p:nvSpPr>
        <p:spPr>
          <a:xfrm xmlns:a="http://schemas.openxmlformats.org/drawingml/2006/main">
            <a:off x="6705600" y="167640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428"/>
          </a:bodyPr>
          <a:lstStyle xmlns:a="http://schemas.openxmlformats.org/drawingml/2006/main"/>
          <a:p xmlns:a="http://schemas.openxmlformats.org/drawingml/2006/main">
            <a:pPr>
              <a:defRPr sz="2100" b="1">
                <a:solidFill>
                  <a:srgbClr val="D79B2D"/>
                </a:solidFill>
                <a:latin typeface="Noto Sans"/>
                <a:ea typeface="Noto Sans"/>
                <a:cs typeface="Noto Sans"/>
              </a:defRPr>
            </a:pPr>
            <a:r>
              <a:rPr sz="2100" b="1">
                <a:solidFill>
                  <a:srgbClr val="D79B2D"/>
                </a:solidFill>
                <a:latin typeface="Noto Sans"/>
                <a:ea typeface="Noto Sans"/>
                <a:cs typeface="Noto Sans"/>
              </a:rPr>
              <a:t>Giới hạn công bố</a:t>
            </a:r>
          </a:p>
        </p:txBody>
      </p:sp>
      <p:sp>
        <p:nvSpPr>
          <p:cNvPr id="9" name="">
            <a:extLst xmlns:a="http://schemas.openxmlformats.org/drawingml/2006/main">
              <a:ext uri="{FF2B5EF4-FFF2-40B4-BE49-F238E27FC236}">
                <a16:creationId xmlns:a16="http://schemas.microsoft.com/office/drawing/2014/main" id="{9528B2E6-2BCC-4FE2-B874-C1265C471235}"/>
              </a:ext>
            </a:extLst>
          </p:cNvPr>
          <p:cNvSpPr>
            <a:spLocks xmlns:a="http://schemas.openxmlformats.org/drawingml/2006/main" noGrp="1"/>
          </p:cNvSpPr>
          <p:nvPr/>
        </p:nvSpPr>
        <p:spPr>
          <a:xfrm xmlns:a="http://schemas.openxmlformats.org/drawingml/2006/main">
            <a:off x="6705600" y="2266950"/>
            <a:ext cx="46101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55"/>
          </a:bodyPr>
          <a:lstStyle xmlns:a="http://schemas.openxmlformats.org/drawingml/2006/main"/>
          <a:p xmlns:a="http://schemas.openxmlformats.org/drawingml/2006/main">
            <a:pPr>
              <a:defRPr sz="1575" b="0">
                <a:solidFill>
                  <a:srgbClr val="17352B"/>
                </a:solidFill>
                <a:latin typeface="Noto Sans"/>
                <a:ea typeface="Noto Sans"/>
                <a:cs typeface="Noto Sans"/>
              </a:defRPr>
            </a:pPr>
            <a:r>
              <a:rPr sz="1575" b="0">
                <a:solidFill>
                  <a:srgbClr val="17352B"/>
                </a:solidFill>
                <a:latin typeface="Noto Sans"/>
                <a:ea typeface="Noto Sans"/>
                <a:cs typeface="Noto Sans"/>
              </a:rPr>
              <a:t>• Chưa có kiểm chứng hình thức hoặc bao phủ toàn bộ</a:t>
            </a:r>
          </a:p>
          <a:p xmlns:a="http://schemas.openxmlformats.org/drawingml/2006/main">
            <a:pPr>
              <a:defRPr sz="1575" b="0">
                <a:solidFill>
                  <a:srgbClr val="17352B"/>
                </a:solidFill>
                <a:latin typeface="Noto Sans"/>
                <a:ea typeface="Noto Sans"/>
                <a:cs typeface="Noto Sans"/>
              </a:defRPr>
            </a:pPr>
            <a:r>
              <a:rPr sz="1575" b="0">
                <a:solidFill>
                  <a:srgbClr val="17352B"/>
                </a:solidFill>
                <a:latin typeface="Noto Sans"/>
                <a:ea typeface="Noto Sans"/>
                <a:cs typeface="Noto Sans"/>
              </a:rPr>
              <a:t>• PurpleAir không phải thiết bị đo chuẩn quy định</a:t>
            </a:r>
          </a:p>
          <a:p xmlns:a="http://schemas.openxmlformats.org/drawingml/2006/main">
            <a:pPr>
              <a:defRPr sz="1575" b="0">
                <a:solidFill>
                  <a:srgbClr val="17352B"/>
                </a:solidFill>
                <a:latin typeface="Noto Sans"/>
                <a:ea typeface="Noto Sans"/>
                <a:cs typeface="Noto Sans"/>
              </a:defRPr>
            </a:pPr>
            <a:r>
              <a:rPr sz="1575" b="0">
                <a:solidFill>
                  <a:srgbClr val="17352B"/>
                </a:solidFill>
                <a:latin typeface="Noto Sans"/>
                <a:ea typeface="Noto Sans"/>
                <a:cs typeface="Noto Sans"/>
              </a:rPr>
              <a:t>• Dữ liệu 10 phút mới bao phủ khoảng sáu tuần</a:t>
            </a:r>
          </a:p>
          <a:p xmlns:a="http://schemas.openxmlformats.org/drawingml/2006/main">
            <a:pPr>
              <a:defRPr sz="1575" b="0">
                <a:solidFill>
                  <a:srgbClr val="17352B"/>
                </a:solidFill>
                <a:latin typeface="Noto Sans"/>
                <a:ea typeface="Noto Sans"/>
                <a:cs typeface="Noto Sans"/>
              </a:defRPr>
            </a:pPr>
            <a:r>
              <a:rPr sz="1575" b="0">
                <a:solidFill>
                  <a:srgbClr val="17352B"/>
                </a:solidFill>
                <a:latin typeface="Noto Sans"/>
                <a:ea typeface="Noto Sans"/>
                <a:cs typeface="Noto Sans"/>
              </a:rPr>
              <a:t>• CAMS có hai khoảng thiếu, tổng cộng 1.056 giờ</a:t>
            </a:r>
          </a:p>
        </p:txBody>
      </p:sp>
      <p:sp>
        <p:nvSpPr>
          <p:cNvPr id="10" name="">
            <a:extLst xmlns:a="http://schemas.openxmlformats.org/drawingml/2006/main">
              <a:ext uri="{FF2B5EF4-FFF2-40B4-BE49-F238E27FC236}">
                <a16:creationId xmlns:a16="http://schemas.microsoft.com/office/drawing/2014/main" id="{E43D9303-AFEB-49BF-9AD8-A9A671E74FB3}"/>
              </a:ext>
            </a:extLst>
          </p:cNvPr>
          <p:cNvSpPr>
            <a:spLocks xmlns:a="http://schemas.openxmlformats.org/drawingml/2006/main" noGrp="1"/>
          </p:cNvSpPr>
          <p:nvPr/>
        </p:nvSpPr>
        <p:spPr>
          <a:xfrm xmlns:a="http://schemas.openxmlformats.org/drawingml/2006/main">
            <a:off x="1314450" y="5029200"/>
            <a:ext cx="9563100" cy="857250"/>
          </a:xfrm>
          <a:prstGeom xmlns:a="http://schemas.openxmlformats.org/drawingml/2006/main" prst="roundRect">
            <a:avLst>
              <a:gd name="adj" fmla="val 17778"/>
            </a:avLst>
          </a:prstGeom>
          <a:solidFill xmlns:a="http://schemas.openxmlformats.org/drawingml/2006/main">
            <a:srgbClr val="EAF5E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13D6D70-6939-46FA-98FD-8A87686C8F3A}"/>
              </a:ext>
            </a:extLst>
          </p:cNvPr>
          <p:cNvSpPr>
            <a:spLocks xmlns:a="http://schemas.openxmlformats.org/drawingml/2006/main" noGrp="1"/>
          </p:cNvSpPr>
          <p:nvPr/>
        </p:nvSpPr>
        <p:spPr>
          <a:xfrm xmlns:a="http://schemas.openxmlformats.org/drawingml/2006/main">
            <a:off x="1638300" y="5238750"/>
            <a:ext cx="8915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725" b="1">
                <a:solidFill>
                  <a:srgbClr val="056839"/>
                </a:solidFill>
                <a:latin typeface="Noto Sans"/>
                <a:ea typeface="Noto Sans"/>
                <a:cs typeface="Noto Sans"/>
              </a:defRPr>
            </a:pPr>
            <a:r>
              <a:rPr sz="1725" b="1">
                <a:solidFill>
                  <a:srgbClr val="056839"/>
                </a:solidFill>
                <a:latin typeface="Noto Sans"/>
                <a:ea typeface="Noto Sans"/>
                <a:cs typeface="Noto Sans"/>
              </a:rPr>
              <a:t>Mọi số liệu chính đều truy về JSON, Markdown hoặc CSV trong repository</a:t>
            </a:r>
          </a:p>
        </p:txBody>
      </p:sp>
      <p:sp>
        <p:nvSpPr>
          <p:cNvPr id="12" name="">
            <a:extLst xmlns:a="http://schemas.openxmlformats.org/drawingml/2006/main">
              <a:ext uri="{FF2B5EF4-FFF2-40B4-BE49-F238E27FC236}">
                <a16:creationId xmlns:a16="http://schemas.microsoft.com/office/drawing/2014/main" id="{47F736FA-91A0-45F3-BF62-C71508F90313}"/>
              </a:ext>
            </a:extLst>
          </p:cNvPr>
          <p:cNvSpPr>
            <a:spLocks xmlns:a="http://schemas.openxmlformats.org/drawingml/2006/main" noGrp="1"/>
          </p:cNvSpPr>
          <p:nvPr/>
        </p:nvSpPr>
        <p:spPr>
          <a:xfrm xmlns:a="http://schemas.openxmlformats.org/drawingml/2006/main">
            <a:off x="590550" y="6419850"/>
            <a:ext cx="11010900" cy="0"/>
          </a:xfrm>
          <a:prstGeom xmlns:a="http://schemas.openxmlformats.org/drawingml/2006/main" prst="line">
            <a:avLst/>
          </a:prstGeom>
          <a:noFill xmlns:a="http://schemas.openxmlformats.org/drawingml/2006/main"/>
          <a:ln xmlns:a="http://schemas.openxmlformats.org/drawingml/2006/main" w="9525">
            <a:solidFill>
              <a:srgbClr val="C8D8CF"/>
            </a:solidFill>
          </a:ln>
        </p:spPr>
      </p:sp>
      <p:sp>
        <p:nvSpPr>
          <p:cNvPr id="13" name="">
            <a:extLst xmlns:a="http://schemas.openxmlformats.org/drawingml/2006/main">
              <a:ext uri="{FF2B5EF4-FFF2-40B4-BE49-F238E27FC236}">
                <a16:creationId xmlns:a16="http://schemas.microsoft.com/office/drawing/2014/main" id="{EED70778-8695-4D91-B2D0-05A7A5E10634}"/>
              </a:ext>
            </a:extLst>
          </p:cNvPr>
          <p:cNvSpPr>
            <a:spLocks xmlns:a="http://schemas.openxmlformats.org/drawingml/2006/main" noGrp="1"/>
          </p:cNvSpPr>
          <p:nvPr/>
        </p:nvSpPr>
        <p:spPr>
          <a:xfrm xmlns:a="http://schemas.openxmlformats.org/drawingml/2006/main">
            <a:off x="628650" y="6477000"/>
            <a:ext cx="638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5D6B66"/>
                </a:solidFill>
                <a:latin typeface="Noto Sans"/>
                <a:ea typeface="Noto Sans"/>
                <a:cs typeface="Noto Sans"/>
              </a:defRPr>
            </a:pPr>
            <a:r>
              <a:rPr sz="900" b="1">
                <a:solidFill>
                  <a:srgbClr val="5D6B66"/>
                </a:solidFill>
                <a:latin typeface="Noto Sans"/>
                <a:ea typeface="Noto Sans"/>
                <a:cs typeface="Noto Sans"/>
              </a:rPr>
              <a:t>PHỤ LỤC HỎI ĐÁP</a:t>
            </a:r>
          </a:p>
        </p:txBody>
      </p:sp>
      <p:sp>
        <p:nvSpPr>
          <p:cNvPr id="14" name="">
            <a:extLst xmlns:a="http://schemas.openxmlformats.org/drawingml/2006/main">
              <a:ext uri="{FF2B5EF4-FFF2-40B4-BE49-F238E27FC236}">
                <a16:creationId xmlns:a16="http://schemas.microsoft.com/office/drawing/2014/main" id="{A9A3D2FE-26FC-437A-AD73-CC39F5C574F7}"/>
              </a:ext>
            </a:extLst>
          </p:cNvPr>
          <p:cNvSpPr>
            <a:spLocks xmlns:a="http://schemas.openxmlformats.org/drawingml/2006/main" noGrp="1"/>
          </p:cNvSpPr>
          <p:nvPr/>
        </p:nvSpPr>
        <p:spPr>
          <a:xfrm xmlns:a="http://schemas.openxmlformats.org/drawingml/2006/main">
            <a:off x="110680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5D6B66"/>
                </a:solidFill>
                <a:latin typeface="Noto Sans"/>
                <a:ea typeface="Noto Sans"/>
                <a:cs typeface="Noto Sans"/>
              </a:defRPr>
            </a:pPr>
            <a:r>
              <a:rPr sz="975" b="1">
                <a:solidFill>
                  <a:srgbClr val="5D6B66"/>
                </a:solidFill>
                <a:latin typeface="Noto Sans"/>
                <a:ea typeface="Noto Sans"/>
                <a:cs typeface="Noto Sans"/>
              </a:rPr>
              <a:t>12</a:t>
            </a:r>
          </a:p>
        </p:txBody>
      </p:sp>
    </p:spTree>
    <p:extLst>
      <p:ext uri="{BB962C8B-B14F-4D97-AF65-F5344CB8AC3E}">
        <p14:creationId xmlns:p14="http://schemas.microsoft.com/office/powerpoint/2010/main" val="16376556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2026-09-07T15:42:04.6770000Z</dcterms:created>
  <dcterms:modified xsi:type="dcterms:W3CDTF">2026-09-07T15:42:04.6770000Z</dcterms:modified>
</coreProperties>
</file>